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4" r:id="rId3"/>
    <p:sldId id="257" r:id="rId4"/>
    <p:sldId id="258" r:id="rId5"/>
    <p:sldId id="265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8F669-352F-4A0B-8050-BB618FBAF435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B3A21-5293-40D4-A4F2-E3252FD917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0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D39C7-FB91-D3D0-28C9-2C6FF2210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57EC12-6AEC-A427-84DE-65EF10691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D30B8-3AC1-1B03-F47D-32779ED3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FC082E-7AC0-0C0F-269B-1D89E193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D146A-6F56-0910-C409-2932EB5C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46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E6A85-AE07-55AE-5EDA-DE8D6CC9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9D7BCE-D66C-F8B9-7288-6200296E4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B9C947-7B05-6BFA-4188-3F9D122C6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26983-DAFA-FF57-670F-9FF4D3F5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C59C8-11B7-A4BE-16E3-AE215676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24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5F032A-8706-FD89-86BA-A6559A7E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E004A5-89BA-D9D1-F98C-371B0BF2A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9E6909-2DD4-9B36-DCA3-84F01930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B81BC-A895-2E88-F473-715BC247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791205-2726-FB76-BCB1-7154F205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404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7A70B-E151-B436-ABB5-D722E37F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6E771-E72E-CE44-645A-CC7E31F84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BD0AE6-57C8-4CA9-9953-7FF6B5DF2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7929C2-FA44-EC58-9B3E-E5F816D8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9C0041-7C37-8A69-282C-5E7FF059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5A7330-6EF8-578D-2CD1-A218C9BD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89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7168B-ED75-6D36-75E2-BD777149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DF5A51-D517-AC9F-D063-00DAD2AE8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D2F937-5F80-3518-5737-0CC0AA76B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C450C63-BA1F-E599-1A5A-367EAA9E7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EFFB92-253E-9D7B-B84A-85CE8AC9B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55078F-4C4A-4D77-0E3F-CBEC25DE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8C0807-450F-71E5-B143-16DB3AAC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201395-2531-90A8-FA50-9FD43B591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0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18090-C4AF-F883-E02F-D63C79AA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6B33CF-6FB5-54F9-438A-748CC42B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5BC166-7147-8470-A9B2-4FE41746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16C514-8E8E-F95B-C9FF-24F60BF49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76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CE0BA5-6D52-8596-631B-6D8D23D3A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70D7E5-1FB2-FBF0-416A-4D70ADC1E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83B3E3-4398-291B-D27E-D9876DC2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4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05ECD-DC19-469B-7E94-59492163F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B758C9-0077-2C85-DA0F-936A077FB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9828B5-7906-96DB-6290-88470E5A3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92948D-A5BC-09F8-D807-CC3E8CAC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8E50CD-5445-1963-0AD3-AA1E3000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D141A3-35AE-C189-3BDA-30F65685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32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28AA5-B391-5148-E4B3-788A143DA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9EC429-BA31-3801-EAA6-28D485ED39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F4D4EA-9C48-F3DF-23EF-4CBEC6987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3781F1-4381-5523-7E56-0129BC79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D2005B-4AC8-E0D4-714D-5D5B4415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EA63FC-7BF4-774B-D6A1-0B2BE3B7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681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24971-17F3-BE3A-3B7E-EF9BAEF77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24BB70-4C52-138A-CB5F-3A4DCC83F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8B0B4-A3C2-F277-CF60-3025D6F1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1B1A87-948A-0830-6F44-9ABA835E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F89FE8-D198-5930-09B1-B3E081A3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03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AA1CB3-2BE0-3B13-C778-C10B15EBC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76C0EC-8C44-3880-4F40-54C49963A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9E2893-79DA-1B6B-79F5-5B507167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72095C-938A-D4BC-C2D5-FE95CEBD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85900-6956-F666-1ACA-FEFAFF5D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95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8F2FF04-5964-7E98-D747-3C67CE78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6E26E1-09BD-7D09-11E2-68EF6AEA1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84784C-068E-6E00-0084-E82B8DD06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300E8-96E6-4324-865F-B11F813897E7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B4E1FF-9C09-E582-E6D5-77E24876F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64B44B-BD4D-6426-1B32-DE910F39D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403E5-2B6E-40F0-8215-F37882F6A7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903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ortyZhou/CaseA_JobAutoApply_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ragmehta/autoapply-mcp" TargetMode="External"/><Relationship Id="rId2" Type="http://schemas.openxmlformats.org/officeDocument/2006/relationships/hyperlink" Target="https://www.skills.sh/nousresearch/hermes-agent/xls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1E200-40A0-20F5-4351-106CD43CF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简历半自动投递（上）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803517-9F45-75B7-BE04-A9ABDBA0DD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endParaRPr lang="en-US" altLang="zh-CN" sz="2800" dirty="0">
              <a:hlinkClick r:id="rId2"/>
            </a:endParaRPr>
          </a:p>
          <a:p>
            <a:r>
              <a:rPr lang="en-US" altLang="zh-CN" sz="2800" dirty="0">
                <a:hlinkClick r:id="rId2"/>
              </a:rPr>
              <a:t>https://github.com/shortyZhou/CaseA_JobAutoApply_1</a:t>
            </a:r>
            <a:endParaRPr lang="en-US" altLang="zh-CN" sz="2800" dirty="0"/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59393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730F-9435-A59A-1506-2CE11CAAD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94015A-3312-3B71-46F7-3543C03B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0. </a:t>
            </a:r>
            <a:r>
              <a:rPr lang="zh-CN" altLang="en-US" dirty="0"/>
              <a:t>前言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53DC16-F1A3-2959-F72E-E1BA01A54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本文档中的案例使用了基于</a:t>
            </a:r>
            <a:r>
              <a:rPr lang="en-US" sz="2000" dirty="0"/>
              <a:t>Hermes browser automation</a:t>
            </a:r>
            <a:r>
              <a:rPr lang="zh-CN" altLang="en-US" sz="2000" dirty="0"/>
              <a:t>和</a:t>
            </a:r>
            <a:r>
              <a:rPr lang="en-US" sz="2000" dirty="0"/>
              <a:t>autoapply-mcp作为</a:t>
            </a:r>
            <a:r>
              <a:rPr lang="zh-CN" altLang="en-US" sz="2000" dirty="0"/>
              <a:t>工具，进行公司和岗位的搜寻、网申信息自动填写的半自动求职投递。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除此方法外，实验中发现使用</a:t>
            </a:r>
            <a:r>
              <a:rPr lang="en-US" sz="2000" dirty="0"/>
              <a:t>Hermes browser automation</a:t>
            </a:r>
            <a:r>
              <a:rPr lang="zh-CN" altLang="en-US" sz="2000" dirty="0"/>
              <a:t>，配合浏览器插件</a:t>
            </a:r>
            <a:r>
              <a:rPr lang="en-US" altLang="zh-CN" sz="2000" dirty="0"/>
              <a:t>S</a:t>
            </a:r>
            <a:r>
              <a:rPr lang="en-US" sz="2000" dirty="0"/>
              <a:t>implify Copilot</a:t>
            </a:r>
            <a:r>
              <a:rPr lang="zh-CN" altLang="en-US" sz="2000" dirty="0"/>
              <a:t>（针对非中国企业）或牛客网申助手（针对中国企业），可能在工作流设计</a:t>
            </a:r>
            <a:r>
              <a:rPr lang="en-US" altLang="zh-CN" sz="2000" dirty="0"/>
              <a:t>&amp;</a:t>
            </a:r>
            <a:r>
              <a:rPr lang="zh-CN" altLang="en-US" sz="2000" dirty="0"/>
              <a:t>开发上更加新手友好、节约</a:t>
            </a:r>
            <a:r>
              <a:rPr lang="en-US" altLang="zh-CN" sz="2000" dirty="0"/>
              <a:t>tokens</a:t>
            </a:r>
            <a:r>
              <a:rPr lang="zh-CN" altLang="en-US" sz="2000" dirty="0"/>
              <a:t>，功能也差不太多。考虑在（下）中实践，也非常欢迎有需要的人自行实践并分享。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大家请按自身需求学习和实践本案例，支持在流程中多多</a:t>
            </a:r>
            <a:r>
              <a:rPr lang="en-US" altLang="zh-CN" sz="2000" dirty="0"/>
              <a:t>DIY</a:t>
            </a:r>
            <a:r>
              <a:rPr lang="zh-CN" altLang="en-US" sz="2000" dirty="0"/>
              <a:t>加入自己的想法或简化。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9505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51DFE240-D11D-878C-6C25-2EE2EBFC9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291" y="2926081"/>
            <a:ext cx="3796710" cy="393192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B201890-B149-8506-1C3C-208937F6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环境配置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E954EB-0611-FEF5-A519-D72AA7DB3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因为要做一个全新的</a:t>
            </a:r>
            <a:r>
              <a:rPr lang="en-US" altLang="zh-CN" sz="2000" dirty="0"/>
              <a:t>project</a:t>
            </a:r>
            <a:r>
              <a:rPr lang="zh-CN" altLang="en-US" sz="2000" dirty="0"/>
              <a:t>，所以我们创建一个全新的</a:t>
            </a:r>
            <a:r>
              <a:rPr lang="en-US" altLang="zh-CN" sz="2000" dirty="0"/>
              <a:t>profile</a:t>
            </a:r>
            <a:r>
              <a:rPr lang="zh-CN" altLang="en-US" sz="2000" dirty="0"/>
              <a:t>，相当于是配置一个新的环境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为这个</a:t>
            </a:r>
            <a:r>
              <a:rPr lang="en-US" altLang="zh-CN" sz="2000" dirty="0"/>
              <a:t>profile</a:t>
            </a:r>
            <a:r>
              <a:rPr lang="zh-CN" altLang="en-US" sz="2000" dirty="0"/>
              <a:t>创建一个适合的、全新的</a:t>
            </a:r>
            <a:r>
              <a:rPr lang="en-US" altLang="zh-CN" sz="2000" dirty="0"/>
              <a:t>SOUL</a:t>
            </a:r>
            <a:r>
              <a:rPr lang="zh-CN" altLang="en-US" sz="2000" dirty="0"/>
              <a:t>，我把我创建的</a:t>
            </a:r>
            <a:r>
              <a:rPr lang="en-US" altLang="zh-CN" sz="2000" dirty="0"/>
              <a:t>SOUL</a:t>
            </a:r>
            <a:r>
              <a:rPr lang="zh-CN" altLang="en-US" sz="2000" dirty="0"/>
              <a:t>上传到项目的</a:t>
            </a:r>
            <a:r>
              <a:rPr lang="en-US" altLang="zh-CN" sz="2000" dirty="0"/>
              <a:t>GitHub repo</a:t>
            </a:r>
            <a:r>
              <a:rPr lang="zh-CN" altLang="en-US" sz="2000" dirty="0"/>
              <a:t>了，仅供参考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检查之前安装的</a:t>
            </a:r>
            <a:r>
              <a:rPr lang="en-US" altLang="zh-CN" sz="2000" dirty="0"/>
              <a:t>global skills</a:t>
            </a:r>
            <a:r>
              <a:rPr lang="zh-CN" altLang="en-US" sz="2000" dirty="0"/>
              <a:t>在这个</a:t>
            </a:r>
            <a:r>
              <a:rPr lang="en-US" altLang="zh-CN" sz="2000" dirty="0"/>
              <a:t>profile</a:t>
            </a:r>
            <a:r>
              <a:rPr lang="zh-CN" altLang="en-US" sz="2000" dirty="0"/>
              <a:t>中是否能继续用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在检查中发现</a:t>
            </a:r>
            <a:r>
              <a:rPr lang="en-US" altLang="zh-CN" sz="2000" dirty="0"/>
              <a:t>Hermes</a:t>
            </a:r>
            <a:r>
              <a:rPr lang="zh-CN" altLang="en-US" sz="2000" dirty="0"/>
              <a:t>自带一个</a:t>
            </a:r>
            <a:r>
              <a:rPr lang="en-US" altLang="zh-CN" sz="2000" dirty="0"/>
              <a:t>job-application-automation skill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我给这个</a:t>
            </a:r>
            <a:r>
              <a:rPr lang="en-US" altLang="zh-CN" sz="2000" dirty="0"/>
              <a:t>profile</a:t>
            </a:r>
            <a:r>
              <a:rPr lang="zh-CN" altLang="en-US" sz="2000" dirty="0"/>
              <a:t>设置了一个环境路径，连接到一个本地文件夹，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便于后续文件归纳和上传</a:t>
            </a:r>
            <a:r>
              <a:rPr lang="en-US" altLang="zh-CN" sz="2000" dirty="0"/>
              <a:t>GitHub repo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E461FBF-6EF7-4EE8-A5F3-FDBB6B7FE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94186"/>
            <a:ext cx="8159931" cy="57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15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B035-6ABE-604E-D9E9-1A241BB73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E5061-C443-9EF5-408E-94EAD2CC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CN" altLang="en-US" dirty="0"/>
              <a:t>调研</a:t>
            </a:r>
            <a:r>
              <a:rPr lang="en-US" altLang="zh-CN" dirty="0"/>
              <a:t>&amp;</a:t>
            </a:r>
            <a:r>
              <a:rPr lang="zh-CN" altLang="en-US" dirty="0"/>
              <a:t>生成需求文档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D4B245-311A-8C0A-225B-F7A48FDF8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b="1" dirty="0"/>
              <a:t>调研</a:t>
            </a:r>
            <a:r>
              <a:rPr lang="zh-CN" altLang="en-US" sz="2000" dirty="0"/>
              <a:t>：我把我想做的事情简单概括给了</a:t>
            </a:r>
            <a:r>
              <a:rPr lang="en-US" altLang="zh-CN" sz="2000" dirty="0"/>
              <a:t>agent</a:t>
            </a:r>
            <a:r>
              <a:rPr lang="zh-CN" altLang="en-US" sz="2000" dirty="0"/>
              <a:t>，让它帮忙检索下有什么工具（</a:t>
            </a:r>
            <a:r>
              <a:rPr lang="en-US" altLang="zh-CN" sz="2000" dirty="0"/>
              <a:t>Skills/MCP/CLI/</a:t>
            </a:r>
            <a:r>
              <a:rPr lang="zh-CN" altLang="en-US" sz="2000" dirty="0"/>
              <a:t>插件等）可以使用，并追问工具的详细用途、是否能接受</a:t>
            </a:r>
            <a:r>
              <a:rPr lang="en-US" altLang="zh-CN" sz="2000" dirty="0"/>
              <a:t>agent</a:t>
            </a:r>
            <a:r>
              <a:rPr lang="zh-CN" altLang="en-US" sz="2000" dirty="0"/>
              <a:t>接入控制、是否免费、有什么前置配置需要完成等等。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调研中发现</a:t>
            </a:r>
            <a:r>
              <a:rPr lang="en-US" altLang="zh-CN" sz="2000" dirty="0"/>
              <a:t>Hermes</a:t>
            </a:r>
            <a:r>
              <a:rPr lang="zh-CN" altLang="en-US" sz="2000" dirty="0"/>
              <a:t>自带</a:t>
            </a:r>
            <a:r>
              <a:rPr lang="en-US" sz="2000" dirty="0"/>
              <a:t>browser automation</a:t>
            </a:r>
            <a:r>
              <a:rPr lang="zh-CN" altLang="en-US" sz="2000" dirty="0"/>
              <a:t>配套功能，并可以结合自带的</a:t>
            </a:r>
            <a:r>
              <a:rPr lang="en-US" altLang="zh-CN" sz="2000" dirty="0"/>
              <a:t>job-application-automation skill</a:t>
            </a:r>
            <a:r>
              <a:rPr lang="zh-CN" altLang="en-US" sz="2000" dirty="0"/>
              <a:t>做一些浏览器的打开与网页填写。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调研还发现想要实现这个工作流有两种思路，一是使用</a:t>
            </a:r>
            <a:r>
              <a:rPr lang="en-US" sz="2000" dirty="0"/>
              <a:t>autoapply-mcp</a:t>
            </a:r>
            <a:r>
              <a:rPr lang="zh-CN" altLang="en-US" sz="2000" dirty="0"/>
              <a:t>全自动托管；二是使用浏览器插件</a:t>
            </a:r>
            <a:r>
              <a:rPr lang="en-US" altLang="zh-CN" sz="2000" dirty="0"/>
              <a:t>S</a:t>
            </a:r>
            <a:r>
              <a:rPr lang="en-US" sz="2000" dirty="0"/>
              <a:t>implify Copilot</a:t>
            </a:r>
            <a:r>
              <a:rPr lang="zh-CN" altLang="en-US" sz="2000" dirty="0"/>
              <a:t>或牛客网申助手，但是它们没有相关协议和接口，无法通过</a:t>
            </a:r>
            <a:r>
              <a:rPr lang="en-US" altLang="zh-CN" sz="2000" dirty="0"/>
              <a:t>agent</a:t>
            </a:r>
            <a:r>
              <a:rPr lang="zh-CN" altLang="en-US" sz="2000" dirty="0"/>
              <a:t>直接控制，只能由</a:t>
            </a:r>
            <a:r>
              <a:rPr lang="en-US" altLang="zh-CN" sz="2000" dirty="0"/>
              <a:t>agent</a:t>
            </a:r>
            <a:r>
              <a:rPr lang="zh-CN" altLang="en-US" sz="2000" dirty="0"/>
              <a:t>协助安装与使用，可以与</a:t>
            </a:r>
            <a:r>
              <a:rPr lang="en-US" altLang="zh-CN" sz="2000" dirty="0"/>
              <a:t>agent</a:t>
            </a:r>
            <a:r>
              <a:rPr lang="zh-CN" altLang="en-US" sz="2000" dirty="0"/>
              <a:t>打配合实现尽可能的自动化。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2308EF-B0BD-C5FD-6473-BF1F9904C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015" y="2810789"/>
            <a:ext cx="6749143" cy="51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22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EBA65-7F5D-60FA-F9EB-735AB7A9D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AD7543-1639-16FB-DB8D-788BB72B5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CN" altLang="en-US" dirty="0"/>
              <a:t>调研</a:t>
            </a:r>
            <a:r>
              <a:rPr lang="en-US" altLang="zh-CN" dirty="0"/>
              <a:t>&amp;</a:t>
            </a:r>
            <a:r>
              <a:rPr lang="zh-CN" altLang="en-US" dirty="0"/>
              <a:t>生成需求文档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FCE13C-BE8F-8BF9-68C5-3D6342730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b="1" dirty="0"/>
              <a:t>生成需求文档</a:t>
            </a:r>
            <a:r>
              <a:rPr lang="zh-CN" altLang="en-US" sz="2000" dirty="0"/>
              <a:t>：小型工作流</a:t>
            </a:r>
            <a:r>
              <a:rPr lang="en-US" altLang="zh-CN" sz="2000" dirty="0"/>
              <a:t>/</a:t>
            </a:r>
            <a:r>
              <a:rPr lang="zh-CN" altLang="en-US" sz="2000" dirty="0"/>
              <a:t>产品开发可以没有严格的需求文档，但大型工作流</a:t>
            </a:r>
            <a:r>
              <a:rPr lang="en-US" altLang="zh-CN" sz="2000" dirty="0"/>
              <a:t>/</a:t>
            </a:r>
            <a:r>
              <a:rPr lang="zh-CN" altLang="en-US" sz="2000" dirty="0"/>
              <a:t>产品开发强烈推荐写需求文档。把你的需求用自然语言详细得告诉</a:t>
            </a:r>
            <a:r>
              <a:rPr lang="en-US" altLang="zh-CN" sz="2000" dirty="0"/>
              <a:t>agent</a:t>
            </a:r>
            <a:r>
              <a:rPr lang="zh-CN" altLang="en-US" sz="2000" dirty="0"/>
              <a:t>，让</a:t>
            </a:r>
            <a:r>
              <a:rPr lang="en-US" altLang="zh-CN" sz="2000" dirty="0"/>
              <a:t>agent</a:t>
            </a:r>
            <a:r>
              <a:rPr lang="zh-CN" altLang="en-US" sz="2000" dirty="0"/>
              <a:t>来生成需求文档，这个过程也是让</a:t>
            </a:r>
            <a:r>
              <a:rPr lang="en-US" altLang="zh-CN" sz="2000" dirty="0"/>
              <a:t>agent</a:t>
            </a:r>
            <a:r>
              <a:rPr lang="zh-CN" altLang="en-US" sz="2000" dirty="0"/>
              <a:t>理解和完善整个项目的具体逻辑、目录层级、做更细节的功能架构。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我把我写的“需求表述</a:t>
            </a:r>
            <a:r>
              <a:rPr lang="en-US" altLang="zh-CN" sz="2000" dirty="0"/>
              <a:t>_</a:t>
            </a:r>
            <a:r>
              <a:rPr lang="zh-CN" altLang="en-US" sz="2000" dirty="0"/>
              <a:t>人言版”</a:t>
            </a:r>
            <a:r>
              <a:rPr lang="en-US" altLang="zh-CN" sz="2000" dirty="0"/>
              <a:t>word</a:t>
            </a:r>
            <a:r>
              <a:rPr lang="zh-CN" altLang="en-US" sz="2000" dirty="0"/>
              <a:t>文档（推荐仔细阅读）和</a:t>
            </a:r>
            <a:r>
              <a:rPr lang="en-US" altLang="zh-CN" sz="2000" dirty="0"/>
              <a:t>agent</a:t>
            </a:r>
            <a:r>
              <a:rPr lang="zh-CN" altLang="en-US" sz="2000" dirty="0"/>
              <a:t>生成的需求文档</a:t>
            </a:r>
            <a:r>
              <a:rPr lang="en-US" altLang="zh-CN" sz="2000" dirty="0"/>
              <a:t>Job Auto Apply PRD</a:t>
            </a:r>
            <a:r>
              <a:rPr lang="zh-CN" altLang="en-US" sz="2000" dirty="0"/>
              <a:t>上传到项目的</a:t>
            </a:r>
            <a:r>
              <a:rPr lang="en-US" altLang="zh-CN" sz="2000" dirty="0"/>
              <a:t>GitHub repo</a:t>
            </a:r>
            <a:r>
              <a:rPr lang="zh-CN" altLang="en-US" sz="2000" dirty="0"/>
              <a:t>了，仅供参考。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为了快速做出演示案例，我又简化了需求，生成了</a:t>
            </a:r>
            <a:r>
              <a:rPr lang="en-US" altLang="zh-CN" sz="2000" dirty="0"/>
              <a:t>Job Auto Apply PRD_Simplify</a:t>
            </a:r>
            <a:r>
              <a:rPr lang="zh-CN" altLang="en-US" sz="2000" dirty="0"/>
              <a:t>，也上传到项目的</a:t>
            </a:r>
            <a:r>
              <a:rPr lang="en-US" altLang="zh-CN" sz="2000" dirty="0"/>
              <a:t>GitHub repo</a:t>
            </a:r>
            <a:r>
              <a:rPr lang="zh-CN" altLang="en-US" sz="2000" dirty="0"/>
              <a:t>了，仅供参考。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6A623E-49B7-41D6-07AB-BFCF5126E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67" y="6013262"/>
            <a:ext cx="11177266" cy="73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44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D1139-FC28-B1F6-007F-F20AD229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CBDBB-02B4-B878-892B-D003DC51B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zh-CN" altLang="en-US" dirty="0"/>
              <a:t>安装需要的工具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63AB5D-0346-A2B8-B42B-4856D899B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因为后续要用到</a:t>
            </a:r>
            <a:r>
              <a:rPr lang="en-US" altLang="zh-CN" sz="2000" dirty="0"/>
              <a:t>Excel</a:t>
            </a:r>
            <a:r>
              <a:rPr lang="zh-CN" altLang="en-US" sz="2000" dirty="0"/>
              <a:t>处理及相关功能，我又安装了一个</a:t>
            </a:r>
            <a:r>
              <a:rPr lang="en-US" altLang="zh-CN" sz="2000" dirty="0"/>
              <a:t>xlsx skill</a:t>
            </a:r>
            <a:r>
              <a:rPr lang="zh-CN" altLang="en-US" sz="2000" dirty="0"/>
              <a:t>到</a:t>
            </a:r>
            <a:r>
              <a:rPr lang="en-US" altLang="zh-CN" sz="2000" dirty="0"/>
              <a:t>project</a:t>
            </a:r>
            <a:r>
              <a:rPr lang="zh-CN" altLang="en-US" sz="2000" dirty="0"/>
              <a:t>（非</a:t>
            </a:r>
            <a:r>
              <a:rPr lang="en-US" altLang="zh-CN" sz="2000" dirty="0"/>
              <a:t>global</a:t>
            </a:r>
            <a:r>
              <a:rPr lang="zh-CN" altLang="en-US" sz="2000" dirty="0"/>
              <a:t>）</a:t>
            </a:r>
            <a:r>
              <a:rPr lang="en-US" altLang="zh-CN" sz="2000" dirty="0"/>
              <a:t>: </a:t>
            </a:r>
            <a:r>
              <a:rPr lang="en-US" altLang="zh-CN" sz="2000" dirty="0">
                <a:hlinkClick r:id="rId2"/>
              </a:rPr>
              <a:t>https://www.skills.sh/nousresearch/hermes-agent/xlsx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同时安装了项目依赖</a:t>
            </a:r>
            <a:r>
              <a:rPr lang="en-US" altLang="zh-CN" sz="2000" dirty="0"/>
              <a:t>openpyxl</a:t>
            </a:r>
            <a:r>
              <a:rPr lang="zh-CN" altLang="en-US" sz="2000" dirty="0"/>
              <a:t>便于</a:t>
            </a:r>
            <a:r>
              <a:rPr lang="en-US" altLang="zh-CN" sz="2000" dirty="0"/>
              <a:t>Excel</a:t>
            </a:r>
            <a:r>
              <a:rPr lang="zh-CN" altLang="en-US" sz="2000" dirty="0"/>
              <a:t>的创建和改写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然后安装</a:t>
            </a:r>
            <a:r>
              <a:rPr lang="en-US" altLang="zh-CN" sz="2000" dirty="0"/>
              <a:t>MCP</a:t>
            </a:r>
            <a:r>
              <a:rPr lang="zh-CN" altLang="en-US" sz="2000" dirty="0"/>
              <a:t>及其配套环境到</a:t>
            </a:r>
            <a:r>
              <a:rPr lang="en-US" altLang="zh-CN" sz="2000" dirty="0"/>
              <a:t>project</a:t>
            </a:r>
            <a:r>
              <a:rPr lang="zh-CN" altLang="en-US" sz="2000" dirty="0"/>
              <a:t>：</a:t>
            </a:r>
            <a:r>
              <a:rPr lang="en-US" altLang="zh-CN" sz="2000" dirty="0">
                <a:hlinkClick r:id="rId3"/>
              </a:rPr>
              <a:t>https://github.com/niragmehta/autoapply-mcp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验证</a:t>
            </a:r>
            <a:r>
              <a:rPr lang="en-US" altLang="zh-CN" sz="2000" dirty="0"/>
              <a:t>MCP</a:t>
            </a:r>
            <a:r>
              <a:rPr lang="zh-CN" altLang="en-US" sz="2000" dirty="0"/>
              <a:t>能否正常使用，如果不能要求</a:t>
            </a:r>
            <a:r>
              <a:rPr lang="en-US" altLang="zh-CN" sz="2000" dirty="0"/>
              <a:t>agent</a:t>
            </a:r>
            <a:r>
              <a:rPr lang="zh-CN" altLang="en-US" sz="2000" dirty="0"/>
              <a:t>帮你</a:t>
            </a:r>
            <a:r>
              <a:rPr lang="en-US" altLang="zh-CN" sz="2000" dirty="0"/>
              <a:t>debug</a:t>
            </a:r>
            <a:r>
              <a:rPr lang="zh-CN" altLang="en-US" sz="2000" dirty="0"/>
              <a:t>并配合</a:t>
            </a:r>
            <a:r>
              <a:rPr lang="en-US" altLang="zh-CN" sz="2000" dirty="0"/>
              <a:t>agent</a:t>
            </a:r>
            <a:r>
              <a:rPr lang="zh-CN" altLang="en-US" sz="2000" dirty="0"/>
              <a:t>给予权限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可以指定默认用哪个浏览器打开网页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C6A0F7-9800-5B86-BACE-C251A0996B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671701"/>
            <a:ext cx="7430873" cy="58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73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F6279-6953-149C-B365-60682D5F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792678-82B9-824B-F101-762E990E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zh-CN" altLang="en-US" dirty="0"/>
              <a:t>调整项目结构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7E6F4E-7556-AA22-CDF3-4E853F56E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我让</a:t>
            </a:r>
            <a:r>
              <a:rPr lang="en-US" altLang="zh-CN" sz="2000" dirty="0"/>
              <a:t>agent</a:t>
            </a:r>
            <a:r>
              <a:rPr lang="zh-CN" altLang="en-US" sz="2000" dirty="0"/>
              <a:t>按照</a:t>
            </a:r>
            <a:r>
              <a:rPr lang="en-US" altLang="zh-CN" sz="2000" dirty="0"/>
              <a:t>PRD_Simplify</a:t>
            </a:r>
            <a:r>
              <a:rPr lang="zh-CN" altLang="en-US" sz="2000" dirty="0"/>
              <a:t>中的要求补齐 </a:t>
            </a:r>
            <a:r>
              <a:rPr lang="en-US" altLang="zh-CN" sz="2000" dirty="0"/>
              <a:t>PRD</a:t>
            </a:r>
            <a:r>
              <a:rPr lang="zh-CN" altLang="en-US" sz="2000" dirty="0"/>
              <a:t>最小可用版本的项目结构（目录层级），并帮助</a:t>
            </a:r>
            <a:r>
              <a:rPr lang="en-US" altLang="zh-CN" sz="2000" dirty="0"/>
              <a:t>/</a:t>
            </a:r>
            <a:r>
              <a:rPr lang="zh-CN" altLang="en-US" sz="2000" dirty="0"/>
              <a:t>指导我把需要提供的文件（例如简历）放入对应层级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然后我又按照</a:t>
            </a:r>
            <a:r>
              <a:rPr lang="en-US" altLang="zh-CN" sz="2000" dirty="0"/>
              <a:t>agent</a:t>
            </a:r>
            <a:r>
              <a:rPr lang="zh-CN" altLang="en-US" sz="2000" dirty="0"/>
              <a:t>提出的建议清理了一些冗余的空文件夹、调整了一下更细节的框架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这个过程其实比较反复和抠细节，针对</a:t>
            </a:r>
            <a:r>
              <a:rPr lang="en-US" altLang="zh-CN" sz="2000" dirty="0"/>
              <a:t>PRD_Simplify</a:t>
            </a:r>
            <a:r>
              <a:rPr lang="zh-CN" altLang="en-US" sz="2000" dirty="0"/>
              <a:t>，我和</a:t>
            </a:r>
            <a:r>
              <a:rPr lang="en-US" altLang="zh-CN" sz="2000" dirty="0"/>
              <a:t>agent</a:t>
            </a:r>
            <a:r>
              <a:rPr lang="zh-CN" altLang="en-US" sz="2000" dirty="0"/>
              <a:t>做出了多轮相互的提问、修改、确认、调整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091559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79095-766D-B483-E9D6-A907F0210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BB91F-FF0B-5575-F3CD-DD2D81BAE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zh-CN" altLang="en-US" dirty="0"/>
              <a:t>测试</a:t>
            </a:r>
            <a:r>
              <a:rPr lang="en-US" altLang="zh-CN" dirty="0"/>
              <a:t>&amp;</a:t>
            </a:r>
            <a:r>
              <a:rPr lang="zh-CN" altLang="en-US" dirty="0"/>
              <a:t>调整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6DB783-C89E-E7EC-8CC9-B04BA755F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最后，我要求</a:t>
            </a:r>
            <a:r>
              <a:rPr lang="en-US" altLang="zh-CN" sz="2000" dirty="0"/>
              <a:t>agent</a:t>
            </a:r>
            <a:r>
              <a:rPr lang="zh-CN" altLang="en-US" sz="2000" dirty="0"/>
              <a:t>根据</a:t>
            </a:r>
            <a:r>
              <a:rPr lang="en-US" altLang="zh-CN" sz="2000" dirty="0"/>
              <a:t>PRD_Simplify</a:t>
            </a:r>
            <a:r>
              <a:rPr lang="zh-CN" altLang="en-US" sz="2000" dirty="0"/>
              <a:t>带领我一步一步进行测试，在测试过程中如果有任何步骤不符合我的预期，我会立刻要求</a:t>
            </a:r>
            <a:r>
              <a:rPr lang="en-US" altLang="zh-CN" sz="2000" dirty="0"/>
              <a:t>agent</a:t>
            </a:r>
            <a:r>
              <a:rPr lang="zh-CN" altLang="en-US" sz="2000" dirty="0"/>
              <a:t>修正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这个案例的实现效果非常神奇，如果投递网站是</a:t>
            </a:r>
            <a:r>
              <a:rPr lang="en-US" altLang="zh-CN" sz="2000" dirty="0"/>
              <a:t>autoapply-mcp</a:t>
            </a:r>
            <a:r>
              <a:rPr lang="zh-CN" altLang="en-US" sz="2000" dirty="0"/>
              <a:t>已识别支持的</a:t>
            </a:r>
            <a:r>
              <a:rPr lang="en-US" altLang="zh-CN" sz="2000" dirty="0"/>
              <a:t>Greenhouse / Lever / Ashby board</a:t>
            </a:r>
            <a:r>
              <a:rPr lang="zh-CN" altLang="en-US" sz="2000" dirty="0"/>
              <a:t>，</a:t>
            </a:r>
            <a:r>
              <a:rPr lang="en-US" altLang="zh-CN" sz="2000" dirty="0"/>
              <a:t>agent</a:t>
            </a:r>
            <a:r>
              <a:rPr lang="zh-CN" altLang="en-US" sz="2000" dirty="0"/>
              <a:t>会直接自动在网申页面填充简历信息；如果投递网站不是已识别支持的格式，</a:t>
            </a:r>
            <a:r>
              <a:rPr lang="en-US" altLang="zh-CN" sz="2000" dirty="0"/>
              <a:t>agent</a:t>
            </a:r>
            <a:r>
              <a:rPr lang="zh-CN" altLang="en-US" sz="2000" dirty="0"/>
              <a:t>则会触发</a:t>
            </a:r>
            <a:r>
              <a:rPr lang="en-US" altLang="zh-CN" sz="2000" dirty="0"/>
              <a:t>Hermes browser automation</a:t>
            </a:r>
            <a:r>
              <a:rPr lang="zh-CN" altLang="en-US" sz="2000" dirty="0"/>
              <a:t>，生成一个粉色小鼠标，模拟“人”填写信息和上传简历。无论哪种方式都不会自动提交申请，最终还是需要人为手动填写一些非模板化信息，最后人为触发提交。模拟“人”的行为会更慢也更烧</a:t>
            </a:r>
            <a:r>
              <a:rPr lang="en-US" altLang="zh-CN" sz="2000" dirty="0"/>
              <a:t>tokens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在需求文档中还设置了</a:t>
            </a:r>
            <a:r>
              <a:rPr lang="en-US" altLang="zh-CN" sz="2000" dirty="0"/>
              <a:t>timer</a:t>
            </a:r>
            <a:r>
              <a:rPr lang="zh-CN" altLang="en-US" sz="2000" dirty="0"/>
              <a:t>每日定时自动巡检新放岗位和投递状态，也是很好的功能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92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标准中英文字体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1391</Words>
  <Application>Microsoft Office PowerPoint</Application>
  <PresentationFormat>宽屏</PresentationFormat>
  <Paragraphs>50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主题​​</vt:lpstr>
      <vt:lpstr>简历半自动投递（上）</vt:lpstr>
      <vt:lpstr>0. 前言</vt:lpstr>
      <vt:lpstr>1. 环境配置</vt:lpstr>
      <vt:lpstr>2. 调研&amp;生成需求文档</vt:lpstr>
      <vt:lpstr>2. 调研&amp;生成需求文档</vt:lpstr>
      <vt:lpstr>3. 安装需要的工具</vt:lpstr>
      <vt:lpstr>4. 调整项目结构</vt:lpstr>
      <vt:lpstr>5. 测试&amp;调整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天怡 周</dc:creator>
  <cp:lastModifiedBy>天怡 周</cp:lastModifiedBy>
  <cp:revision>264</cp:revision>
  <dcterms:created xsi:type="dcterms:W3CDTF">2026-08-26T14:56:02Z</dcterms:created>
  <dcterms:modified xsi:type="dcterms:W3CDTF">2026-08-30T12:15:29Z</dcterms:modified>
</cp:coreProperties>
</file>