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8F669-352F-4A0B-8050-BB618FBAF43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B3A21-5293-40D4-A4F2-E3252FD91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0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4EF2-0C03-D2AE-FA1A-13707550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07A8A8-E4F1-FF16-340B-4498343B5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30D32E-5D4F-8A46-F9DF-3974A906A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70AE3-8E1E-F7E2-01A2-3196BEEB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D39C7-FB91-D3D0-28C9-2C6FF221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57EC12-6AEC-A427-84DE-65EF10691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D30B8-3AC1-1B03-F47D-32779ED3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FC082E-7AC0-0C0F-269B-1D89E193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D146A-6F56-0910-C409-2932EB5C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6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6A85-AE07-55AE-5EDA-DE8D6CC9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D7BCE-D66C-F8B9-7288-6200296E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9C947-7B05-6BFA-4188-3F9D122C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26983-DAFA-FF57-670F-9FF4D3F5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C59C8-11B7-A4BE-16E3-AE215676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F032A-8706-FD89-86BA-A6559A7E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004A5-89BA-D9D1-F98C-371B0BF2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E6909-2DD4-9B36-DCA3-84F01930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B81BC-A895-2E88-F473-715BC247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91205-2726-FB76-BCB1-7154F205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0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7A70B-E151-B436-ABB5-D722E37F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6E771-E72E-CE44-645A-CC7E31F84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BD0AE6-57C8-4CA9-9953-7FF6B5DF2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7929C2-FA44-EC58-9B3E-E5F816D8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C0041-7C37-8A69-282C-5E7FF059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A7330-6EF8-578D-2CD1-A218C9BD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9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7168B-ED75-6D36-75E2-BD777149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DF5A51-D517-AC9F-D063-00DAD2AE8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2F937-5F80-3518-5737-0CC0AA76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450C63-BA1F-E599-1A5A-367EAA9E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FB92-253E-9D7B-B84A-85CE8AC9B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55078F-4C4A-4D77-0E3F-CBEC25DE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8C0807-450F-71E5-B143-16DB3AAC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201395-2531-90A8-FA50-9FD43B59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18090-C4AF-F883-E02F-D63C79AA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6B33CF-6FB5-54F9-438A-748CC42B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5BC166-7147-8470-A9B2-4FE41746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16C514-8E8E-F95B-C9FF-24F60BF4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CE0BA5-6D52-8596-631B-6D8D23D3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70D7E5-1FB2-FBF0-416A-4D70ADC1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3B3E3-4398-291B-D27E-D9876DC2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05ECD-DC19-469B-7E94-59492163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758C9-0077-2C85-DA0F-936A077FB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828B5-7906-96DB-6290-88470E5A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2948D-A5BC-09F8-D807-CC3E8CAC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8E50CD-5445-1963-0AD3-AA1E3000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141A3-35AE-C189-3BDA-30F65685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2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28AA5-B391-5148-E4B3-788A143D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9EC429-BA31-3801-EAA6-28D485ED3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F4D4EA-9C48-F3DF-23EF-4CBEC6987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781F1-4381-5523-7E56-0129BC79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D2005B-4AC8-E0D4-714D-5D5B4415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A63FC-7BF4-774B-D6A1-0B2BE3B7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8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24971-17F3-BE3A-3B7E-EF9BAEF7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24BB70-4C52-138A-CB5F-3A4DCC83F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8B0B4-A3C2-F277-CF60-3025D6F1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B1A87-948A-0830-6F44-9ABA835E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89FE8-D198-5930-09B1-B3E081A3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3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AA1CB3-2BE0-3B13-C778-C10B15EBC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6C0EC-8C44-3880-4F40-54C49963A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E2893-79DA-1B6B-79F5-5B507167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2095C-938A-D4BC-C2D5-FE95CEBD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85900-6956-F666-1ACA-FEFAFF5D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F2FF04-5964-7E98-D747-3C67CE78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E26E1-09BD-7D09-11E2-68EF6AEA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4784C-068E-6E00-0084-E82B8DD06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300E8-96E6-4324-865F-B11F813897E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4E1FF-9C09-E582-E6D5-77E24876F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4B44B-BD4D-6426-1B32-DE910F39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0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1E200-40A0-20F5-4351-106CD43CF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工作流（进阶）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803517-9F45-75B7-BE04-A9ABDBA0D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zh-CN" altLang="en-US" sz="3200" dirty="0"/>
              <a:t>接上一章</a:t>
            </a:r>
            <a:r>
              <a:rPr lang="en-US" altLang="zh-CN" sz="3200" dirty="0"/>
              <a:t>《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r>
              <a:rPr lang="en-US" altLang="zh-CN" sz="3200" dirty="0"/>
              <a:t>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841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01890-B149-8506-1C3C-208937F6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Fork</a:t>
            </a:r>
            <a:r>
              <a:rPr lang="en-US" altLang="zh-CN" dirty="0"/>
              <a:t> &amp; Initialize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954EB-0611-FEF5-A519-D72AA7DB3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书接上章，我的</a:t>
            </a:r>
            <a:r>
              <a:rPr lang="en-US" altLang="zh-CN" sz="2000" dirty="0"/>
              <a:t>Github</a:t>
            </a:r>
            <a:r>
              <a:rPr lang="zh-CN" altLang="en-US" sz="2000" dirty="0"/>
              <a:t>里有一个非常好的</a:t>
            </a:r>
            <a:r>
              <a:rPr lang="en-US" altLang="zh-CN" sz="2000" dirty="0"/>
              <a:t>public repo</a:t>
            </a:r>
            <a:r>
              <a:rPr lang="zh-CN" altLang="en-US" sz="2000" dirty="0"/>
              <a:t>，云地址为</a:t>
            </a:r>
            <a:r>
              <a:rPr lang="en-US" altLang="zh-CN" sz="2000" i="1" dirty="0"/>
              <a:t>github.com/shortyZhou/Hermes</a:t>
            </a:r>
            <a:r>
              <a:rPr lang="zh-CN" altLang="en-US" sz="2000" dirty="0"/>
              <a:t>，同时这个</a:t>
            </a:r>
            <a:r>
              <a:rPr lang="en-US" altLang="zh-CN" sz="2000" dirty="0"/>
              <a:t>repo</a:t>
            </a:r>
            <a:r>
              <a:rPr lang="zh-CN" altLang="en-US" sz="2000" dirty="0"/>
              <a:t>在我的电脑本地有一个对应的文件夹</a:t>
            </a:r>
            <a:r>
              <a:rPr lang="en-US" altLang="zh-CN" sz="2000" i="1" dirty="0"/>
              <a:t>D:/shortyZhou/Hermes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，有一个叫小方的人</a:t>
            </a:r>
            <a:r>
              <a:rPr lang="en-US" altLang="zh-CN" sz="2000" dirty="0">
                <a:highlight>
                  <a:srgbClr val="FFFF00"/>
                </a:highlight>
              </a:rPr>
              <a:t>fork</a:t>
            </a:r>
            <a:r>
              <a:rPr lang="zh-CN" altLang="en-US" sz="2000" dirty="0"/>
              <a:t>了我的</a:t>
            </a:r>
            <a:r>
              <a:rPr lang="en-US" altLang="zh-CN" sz="2000" dirty="0"/>
              <a:t>repo</a:t>
            </a:r>
            <a:r>
              <a:rPr lang="zh-CN" altLang="en-US" sz="2000" dirty="0"/>
              <a:t>到她自己的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，于是她获得了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，此时小方的电脑本地还没有对应的文件夹，于是她把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 </a:t>
            </a:r>
            <a:r>
              <a:rPr lang="en-US" altLang="zh-CN" sz="2000" dirty="0">
                <a:highlight>
                  <a:srgbClr val="FFFF00"/>
                </a:highlight>
              </a:rPr>
              <a:t>initialize</a:t>
            </a:r>
            <a:r>
              <a:rPr lang="zh-CN" altLang="en-US" sz="2000" dirty="0"/>
              <a:t>到了本地地址</a:t>
            </a:r>
            <a:r>
              <a:rPr lang="en-US" altLang="zh-CN" sz="2000" i="1" dirty="0"/>
              <a:t>D:/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在同一天</a:t>
            </a:r>
            <a:r>
              <a:rPr lang="zh-CN" altLang="en-US" sz="2000" dirty="0"/>
              <a:t>，有一个叫乐乐的人也</a:t>
            </a:r>
            <a:r>
              <a:rPr lang="en-US" altLang="zh-CN" sz="2000" dirty="0">
                <a:highlight>
                  <a:srgbClr val="FFFF00"/>
                </a:highlight>
              </a:rPr>
              <a:t>fork</a:t>
            </a:r>
            <a:r>
              <a:rPr lang="zh-CN" altLang="en-US" sz="2000" dirty="0"/>
              <a:t>了我的</a:t>
            </a:r>
            <a:r>
              <a:rPr lang="en-US" altLang="zh-CN" sz="2000" dirty="0"/>
              <a:t>repo</a:t>
            </a:r>
            <a:r>
              <a:rPr lang="zh-CN" altLang="en-US" sz="2000" dirty="0"/>
              <a:t>到她自己的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，于是她获得了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，此时乐乐的电脑本地也没有对应的文件夹，于是她把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 </a:t>
            </a:r>
            <a:r>
              <a:rPr lang="en-US" altLang="zh-CN" sz="2000" dirty="0">
                <a:highlight>
                  <a:srgbClr val="FFFF00"/>
                </a:highlight>
              </a:rPr>
              <a:t>initialize</a:t>
            </a:r>
            <a:r>
              <a:rPr lang="zh-CN" altLang="en-US" sz="2000" dirty="0"/>
              <a:t>到了本地地址</a:t>
            </a:r>
            <a:r>
              <a:rPr lang="en-US" altLang="zh-CN" sz="2000" i="1" dirty="0"/>
              <a:t>D:/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此时，我、小方、乐乐的</a:t>
            </a:r>
            <a:r>
              <a:rPr lang="en-US" altLang="zh-CN" sz="2000" dirty="0"/>
              <a:t>Github</a:t>
            </a:r>
            <a:r>
              <a:rPr lang="zh-CN" altLang="en-US" sz="2000" dirty="0"/>
              <a:t>和本地的</a:t>
            </a:r>
            <a:r>
              <a:rPr lang="en-US" altLang="zh-CN" sz="2000" i="1" dirty="0"/>
              <a:t>Hermes</a:t>
            </a:r>
            <a:r>
              <a:rPr lang="zh-CN" altLang="en-US" sz="2000" dirty="0"/>
              <a:t>项目中，文件</a:t>
            </a:r>
            <a:r>
              <a:rPr lang="en-US" altLang="zh-CN" sz="2000" dirty="0"/>
              <a:t>README</a:t>
            </a:r>
            <a:r>
              <a:rPr lang="zh-CN" altLang="en-US" sz="2000" dirty="0"/>
              <a:t>的第</a:t>
            </a:r>
            <a:r>
              <a:rPr lang="en-US" altLang="zh-CN" sz="2000" dirty="0"/>
              <a:t>5</a:t>
            </a:r>
            <a:r>
              <a:rPr lang="zh-CN" altLang="en-US" sz="2000" dirty="0"/>
              <a:t>行都是</a:t>
            </a:r>
            <a:r>
              <a:rPr lang="en-US" altLang="zh-CN" sz="2000" dirty="0"/>
              <a:t>ZZZZ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9531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2B26-1692-F2A6-61DC-FD7A83D8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20295-3FE8-2195-2293-3B018581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Push</a:t>
            </a:r>
            <a:r>
              <a:rPr lang="en-US" altLang="zh-CN" dirty="0"/>
              <a:t> &amp; Pull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807BE-688E-EAEC-58FE-8A2ADAC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，小方对</a:t>
            </a:r>
            <a:r>
              <a:rPr lang="en-US" altLang="zh-CN" sz="2000" i="1" dirty="0"/>
              <a:t>Hermes</a:t>
            </a:r>
            <a:r>
              <a:rPr lang="zh-CN" altLang="en-US" sz="2000" dirty="0"/>
              <a:t>项目中</a:t>
            </a:r>
            <a:r>
              <a:rPr lang="en-US" altLang="zh-CN" sz="2000" dirty="0"/>
              <a:t>README</a:t>
            </a:r>
            <a:r>
              <a:rPr lang="zh-CN" altLang="en-US" sz="2000" dirty="0"/>
              <a:t>的第</a:t>
            </a:r>
            <a:r>
              <a:rPr lang="en-US" altLang="zh-CN" sz="2000" dirty="0"/>
              <a:t>5</a:t>
            </a:r>
            <a:r>
              <a:rPr lang="zh-CN" altLang="en-US" sz="2000" dirty="0"/>
              <a:t>行</a:t>
            </a:r>
            <a:r>
              <a:rPr lang="en-US" altLang="zh-CN" sz="2000" dirty="0"/>
              <a:t>ZZZZ</a:t>
            </a:r>
            <a:r>
              <a:rPr lang="zh-CN" altLang="en-US" sz="2000" dirty="0"/>
              <a:t>很不满意，她在本地</a:t>
            </a:r>
            <a:r>
              <a:rPr lang="en-US" altLang="zh-CN" sz="2000" i="1" dirty="0"/>
              <a:t>D:/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下的文件</a:t>
            </a:r>
            <a:r>
              <a:rPr lang="en-US" altLang="zh-CN" sz="2000" dirty="0"/>
              <a:t>README</a:t>
            </a:r>
            <a:r>
              <a:rPr lang="zh-CN" altLang="en-US" sz="2000" dirty="0"/>
              <a:t>中修改了第</a:t>
            </a:r>
            <a:r>
              <a:rPr lang="en-US" altLang="zh-CN" sz="2000" dirty="0"/>
              <a:t>5</a:t>
            </a:r>
            <a:r>
              <a:rPr lang="zh-CN" altLang="en-US" sz="2000" dirty="0"/>
              <a:t>行，变为</a:t>
            </a:r>
            <a:r>
              <a:rPr lang="en-US" altLang="zh-CN" sz="2000" dirty="0"/>
              <a:t>AAAA</a:t>
            </a:r>
            <a:r>
              <a:rPr lang="zh-CN" altLang="en-US" sz="2000" dirty="0"/>
              <a:t>。此时她的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上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行依然是</a:t>
            </a:r>
            <a:r>
              <a:rPr lang="en-US" altLang="zh-CN" sz="2000" dirty="0"/>
              <a:t>ZZZZ</a:t>
            </a:r>
            <a:r>
              <a:rPr lang="zh-CN" altLang="en-US" sz="2000" dirty="0"/>
              <a:t>，她要把本地的</a:t>
            </a:r>
            <a:r>
              <a:rPr lang="en-US" altLang="zh-CN" sz="2000" dirty="0"/>
              <a:t>change </a:t>
            </a:r>
            <a:r>
              <a:rPr lang="en-US" altLang="zh-CN" sz="2000" dirty="0">
                <a:highlight>
                  <a:srgbClr val="FFFF00"/>
                </a:highlight>
              </a:rPr>
              <a:t>commit</a:t>
            </a:r>
            <a:r>
              <a:rPr lang="zh-CN" altLang="en-US" sz="2000" dirty="0">
                <a:highlight>
                  <a:srgbClr val="FFFF00"/>
                </a:highlight>
              </a:rPr>
              <a:t>并</a:t>
            </a:r>
            <a:r>
              <a:rPr lang="en-US" altLang="zh-CN" sz="2000" dirty="0">
                <a:highlight>
                  <a:srgbClr val="FFFF00"/>
                </a:highlight>
              </a:rPr>
              <a:t>push</a:t>
            </a:r>
            <a:r>
              <a:rPr lang="zh-CN" altLang="en-US" sz="2000" dirty="0"/>
              <a:t>到</a:t>
            </a:r>
            <a:r>
              <a:rPr lang="en-US" altLang="zh-CN" sz="2000" dirty="0"/>
              <a:t>Github</a:t>
            </a:r>
            <a:r>
              <a:rPr lang="zh-CN" altLang="en-US" sz="2000" dirty="0"/>
              <a:t>相应</a:t>
            </a:r>
            <a:r>
              <a:rPr lang="en-US" altLang="zh-CN" sz="2000" dirty="0"/>
              <a:t>repo</a:t>
            </a:r>
            <a:r>
              <a:rPr lang="zh-CN" altLang="en-US" sz="2000" dirty="0"/>
              <a:t>，</a:t>
            </a:r>
            <a:r>
              <a:rPr lang="en-US" altLang="zh-CN" sz="2000" i="1" dirty="0"/>
              <a:t> github.com/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行才会变成</a:t>
            </a:r>
            <a:r>
              <a:rPr lang="en-US" altLang="zh-CN" sz="2000" dirty="0"/>
              <a:t>AAAA</a:t>
            </a:r>
            <a:r>
              <a:rPr lang="zh-CN" altLang="en-US" sz="2000" dirty="0"/>
              <a:t>。于是她这么做了，并且提交了一个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/>
              <a:t>给我。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在同一天</a:t>
            </a:r>
            <a:r>
              <a:rPr lang="zh-CN" altLang="en-US" sz="2000" dirty="0"/>
              <a:t>，我接受了小方的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/>
              <a:t>，接受之后我的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上</a:t>
            </a:r>
            <a:r>
              <a:rPr lang="en-US" altLang="zh-CN" sz="2000" i="1" dirty="0"/>
              <a:t>github.com/shortyZhou/Hermes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行变为了</a:t>
            </a:r>
            <a:r>
              <a:rPr lang="en-US" altLang="zh-CN" sz="2000" dirty="0"/>
              <a:t>AAAA</a:t>
            </a:r>
            <a:r>
              <a:rPr lang="zh-CN" altLang="en-US" sz="2000" dirty="0"/>
              <a:t>，但我本地</a:t>
            </a:r>
            <a:r>
              <a:rPr lang="en-US" altLang="zh-CN" sz="2000" i="1" dirty="0"/>
              <a:t>D:/shortyZhou/Hermes</a:t>
            </a:r>
            <a:r>
              <a:rPr lang="zh-CN" altLang="en-US" sz="2000" dirty="0"/>
              <a:t>下的文件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行仍为</a:t>
            </a:r>
            <a:r>
              <a:rPr lang="en-US" altLang="zh-CN" sz="2000" dirty="0"/>
              <a:t>ZZZZ</a:t>
            </a:r>
            <a:r>
              <a:rPr lang="zh-CN" altLang="en-US" sz="2000" dirty="0"/>
              <a:t>，此时我需要</a:t>
            </a:r>
            <a:r>
              <a:rPr lang="en-US" altLang="zh-CN" sz="2000" dirty="0">
                <a:highlight>
                  <a:srgbClr val="FFFF00"/>
                </a:highlight>
              </a:rPr>
              <a:t>pull</a:t>
            </a:r>
            <a:r>
              <a:rPr lang="en-US" altLang="zh-CN" sz="2000" i="1" dirty="0"/>
              <a:t> github.com/shortyZhou/Hermes</a:t>
            </a:r>
            <a:r>
              <a:rPr lang="zh-CN" altLang="en-US" sz="2000" dirty="0"/>
              <a:t>的最新版本到我本地，才能让</a:t>
            </a:r>
            <a:r>
              <a:rPr lang="en-US" altLang="zh-CN" sz="2000" i="1" dirty="0"/>
              <a:t>D:/shortyZhou/Hermes</a:t>
            </a:r>
            <a:r>
              <a:rPr lang="zh-CN" altLang="en-US" sz="2000" dirty="0"/>
              <a:t>下的文件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行变为</a:t>
            </a:r>
            <a:r>
              <a:rPr lang="en-US" altLang="zh-CN" sz="2000" dirty="0"/>
              <a:t>AAAA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891914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6179-DA4F-C8F9-1767-A4C7B8A7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65566-0398-29E6-9B54-64F88987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Stash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16C16-527C-D45D-5E00-AC6F620A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如果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，在小方修改</a:t>
            </a:r>
            <a:r>
              <a:rPr lang="en-US" altLang="zh-CN" sz="2000" dirty="0"/>
              <a:t>README</a:t>
            </a:r>
            <a:r>
              <a:rPr lang="zh-CN" altLang="en-US" sz="2000" dirty="0"/>
              <a:t>的第</a:t>
            </a:r>
            <a:r>
              <a:rPr lang="en-US" altLang="zh-CN" sz="2000" dirty="0"/>
              <a:t>5</a:t>
            </a:r>
            <a:r>
              <a:rPr lang="zh-CN" altLang="en-US" sz="2000" dirty="0"/>
              <a:t>行</a:t>
            </a:r>
            <a:r>
              <a:rPr lang="en-US" altLang="zh-CN" sz="2000" dirty="0"/>
              <a:t>ZZZZ</a:t>
            </a:r>
            <a:r>
              <a:rPr lang="zh-CN" altLang="en-US" sz="2000" dirty="0"/>
              <a:t>为</a:t>
            </a:r>
            <a:r>
              <a:rPr lang="en-US" altLang="zh-CN" sz="2000" dirty="0"/>
              <a:t>AAAA</a:t>
            </a:r>
            <a:r>
              <a:rPr lang="zh-CN" altLang="en-US" sz="2000" dirty="0"/>
              <a:t>时，我在本地 </a:t>
            </a:r>
            <a:r>
              <a:rPr lang="en-US" altLang="zh-CN" sz="2000" i="1" dirty="0"/>
              <a:t>D:/shortyZhou/Hermes</a:t>
            </a:r>
            <a:r>
              <a:rPr lang="zh-CN" altLang="en-US" sz="2000" dirty="0"/>
              <a:t>下的文件</a:t>
            </a:r>
            <a:r>
              <a:rPr lang="en-US" altLang="zh-CN" sz="2000" dirty="0"/>
              <a:t>README</a:t>
            </a:r>
            <a:r>
              <a:rPr lang="zh-CN" altLang="en-US" sz="2000" dirty="0"/>
              <a:t>中添加了第</a:t>
            </a:r>
            <a:r>
              <a:rPr lang="en-US" altLang="zh-CN" sz="2000" dirty="0"/>
              <a:t>6</a:t>
            </a:r>
            <a:r>
              <a:rPr lang="zh-CN" altLang="en-US" sz="2000" dirty="0"/>
              <a:t>行，从空行变成</a:t>
            </a:r>
            <a:r>
              <a:rPr lang="en-US" altLang="zh-CN" sz="2000" dirty="0"/>
              <a:t>YYYY</a:t>
            </a:r>
            <a:r>
              <a:rPr lang="zh-CN" altLang="en-US" sz="2000" dirty="0"/>
              <a:t>。那么在我接受小方的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/>
              <a:t>之后，此时我的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上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行变为了</a:t>
            </a:r>
            <a:r>
              <a:rPr lang="en-US" altLang="zh-CN" sz="2000" dirty="0"/>
              <a:t>AAAA</a:t>
            </a:r>
            <a:r>
              <a:rPr lang="zh-CN" altLang="en-US" sz="2000" dirty="0"/>
              <a:t>、第</a:t>
            </a:r>
            <a:r>
              <a:rPr lang="en-US" altLang="zh-CN" sz="2000" dirty="0"/>
              <a:t>6</a:t>
            </a:r>
            <a:r>
              <a:rPr lang="zh-CN" altLang="en-US" sz="2000" dirty="0"/>
              <a:t>行是空行，而我本地</a:t>
            </a:r>
            <a:r>
              <a:rPr lang="en-US" altLang="zh-CN" sz="2000" i="1" dirty="0"/>
              <a:t>D:/shortyZhou/Hermes</a:t>
            </a:r>
            <a:r>
              <a:rPr lang="zh-CN" altLang="en-US" sz="2000" dirty="0"/>
              <a:t>下的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行仍为</a:t>
            </a:r>
            <a:r>
              <a:rPr lang="en-US" altLang="zh-CN" sz="2000" dirty="0"/>
              <a:t>ZZZZ</a:t>
            </a:r>
            <a:r>
              <a:rPr lang="zh-CN" altLang="en-US" sz="2000" dirty="0"/>
              <a:t>、第</a:t>
            </a:r>
            <a:r>
              <a:rPr lang="en-US" altLang="zh-CN" sz="2000" dirty="0"/>
              <a:t>6</a:t>
            </a:r>
            <a:r>
              <a:rPr lang="zh-CN" altLang="en-US" sz="2000" dirty="0"/>
              <a:t>行为</a:t>
            </a:r>
            <a:r>
              <a:rPr lang="en-US" altLang="zh-CN" sz="2000" dirty="0"/>
              <a:t>YYYY</a:t>
            </a:r>
            <a:r>
              <a:rPr lang="zh-CN" altLang="en-US" sz="2000" dirty="0"/>
              <a:t>，我该如何在保留本地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6</a:t>
            </a:r>
            <a:r>
              <a:rPr lang="zh-CN" altLang="en-US" sz="2000" dirty="0"/>
              <a:t>行</a:t>
            </a:r>
            <a:r>
              <a:rPr lang="en-US" altLang="zh-CN" sz="2000" dirty="0"/>
              <a:t>YYYY</a:t>
            </a:r>
            <a:r>
              <a:rPr lang="zh-CN" altLang="en-US" sz="2000" dirty="0"/>
              <a:t>的同时把</a:t>
            </a:r>
            <a:r>
              <a:rPr lang="en-US" altLang="zh-CN" sz="2000" dirty="0"/>
              <a:t>Github</a:t>
            </a:r>
            <a:r>
              <a:rPr lang="zh-CN" altLang="en-US" sz="2000" dirty="0"/>
              <a:t>上第</a:t>
            </a:r>
            <a:r>
              <a:rPr lang="en-US" altLang="zh-CN" sz="2000" dirty="0"/>
              <a:t>5</a:t>
            </a:r>
            <a:r>
              <a:rPr lang="zh-CN" altLang="en-US" sz="2000" dirty="0"/>
              <a:t>行改为</a:t>
            </a:r>
            <a:r>
              <a:rPr lang="en-US" altLang="zh-CN" sz="2000" dirty="0"/>
              <a:t>AAAA</a:t>
            </a:r>
            <a:r>
              <a:rPr lang="zh-CN" altLang="en-US" sz="2000" dirty="0"/>
              <a:t>的</a:t>
            </a:r>
            <a:r>
              <a:rPr lang="en-US" altLang="zh-CN" sz="2000" dirty="0"/>
              <a:t>change</a:t>
            </a:r>
            <a:r>
              <a:rPr lang="zh-CN" altLang="en-US" sz="2000" dirty="0"/>
              <a:t>拉下来呢？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我需要先在本地把“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6</a:t>
            </a:r>
            <a:r>
              <a:rPr lang="zh-CN" altLang="en-US" sz="2000" dirty="0"/>
              <a:t>行修改为</a:t>
            </a:r>
            <a:r>
              <a:rPr lang="en-US" altLang="zh-CN" sz="2000" dirty="0"/>
              <a:t>YYYY</a:t>
            </a:r>
            <a:r>
              <a:rPr lang="zh-CN" altLang="en-US" sz="2000" dirty="0"/>
              <a:t>”的这个</a:t>
            </a:r>
            <a:r>
              <a:rPr lang="en-US" altLang="zh-CN" sz="2000" dirty="0"/>
              <a:t>change</a:t>
            </a:r>
            <a:r>
              <a:rPr lang="zh-CN" altLang="en-US" sz="2000" dirty="0"/>
              <a:t>给</a:t>
            </a:r>
            <a:r>
              <a:rPr lang="en-US" altLang="zh-CN" sz="2000" dirty="0">
                <a:highlight>
                  <a:srgbClr val="FFFF00"/>
                </a:highlight>
              </a:rPr>
              <a:t>stash</a:t>
            </a:r>
            <a:r>
              <a:rPr lang="zh-CN" altLang="en-US" sz="2000" dirty="0"/>
              <a:t>（相当于先转移出来冻结），然后</a:t>
            </a:r>
            <a:r>
              <a:rPr lang="en-US" altLang="zh-CN" sz="2000" dirty="0">
                <a:highlight>
                  <a:srgbClr val="FFFF00"/>
                </a:highlight>
              </a:rPr>
              <a:t>pull</a:t>
            </a:r>
            <a:r>
              <a:rPr lang="en-US" altLang="zh-CN" sz="2000" i="1" dirty="0"/>
              <a:t> 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的最新版本到我本地，再把“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6</a:t>
            </a:r>
            <a:r>
              <a:rPr lang="zh-CN" altLang="en-US" sz="2000" dirty="0"/>
              <a:t>行修改为</a:t>
            </a:r>
            <a:r>
              <a:rPr lang="en-US" altLang="zh-CN" sz="2000" dirty="0"/>
              <a:t>YYYY</a:t>
            </a:r>
            <a:r>
              <a:rPr lang="zh-CN" altLang="en-US" sz="2000" dirty="0"/>
              <a:t>”的这个</a:t>
            </a:r>
            <a:r>
              <a:rPr lang="en-US" altLang="zh-CN" sz="2000" dirty="0"/>
              <a:t>change</a:t>
            </a:r>
            <a:r>
              <a:rPr lang="zh-CN" altLang="en-US" sz="2000" dirty="0"/>
              <a:t>给</a:t>
            </a:r>
            <a:r>
              <a:rPr lang="en-US" altLang="zh-CN" sz="2000" dirty="0">
                <a:highlight>
                  <a:srgbClr val="FFFF00"/>
                </a:highlight>
              </a:rPr>
              <a:t>stash pop</a:t>
            </a:r>
            <a:r>
              <a:rPr lang="zh-CN" altLang="en-US" sz="2000" dirty="0"/>
              <a:t>回去（相当于把转移出来的</a:t>
            </a:r>
            <a:r>
              <a:rPr lang="en-US" altLang="zh-CN" sz="2000" dirty="0"/>
              <a:t>change</a:t>
            </a:r>
            <a:r>
              <a:rPr lang="zh-CN" altLang="en-US" sz="2000" dirty="0"/>
              <a:t>再塞回去）。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62948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2F23-BA8A-7A78-393E-3ECB6670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223CF-B3B2-D1D9-1B5C-0D9BCD93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</a:t>
            </a:r>
            <a:r>
              <a:rPr lang="en-US" altLang="zh-CN" dirty="0"/>
              <a:t>ync Fork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17AC6-A6BE-F1C6-5B78-0418A7781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于是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，我和小方的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上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行都已改为</a:t>
            </a:r>
            <a:r>
              <a:rPr lang="en-US" altLang="zh-CN" sz="2000" dirty="0"/>
              <a:t>AAAA</a:t>
            </a:r>
            <a:r>
              <a:rPr lang="zh-CN" altLang="en-US" sz="2000" dirty="0"/>
              <a:t>，而乐乐的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上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行仍为</a:t>
            </a:r>
            <a:r>
              <a:rPr lang="en-US" altLang="zh-CN" sz="2000" dirty="0"/>
              <a:t>ZZZZ</a:t>
            </a:r>
            <a:r>
              <a:rPr lang="zh-CN" altLang="en-US" sz="2000" dirty="0"/>
              <a:t>，如果乐乐希望她的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和我的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能保持完全一致，她该怎么做？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乐乐首先要认贼作父，把我的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设置为她自己的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的</a:t>
            </a:r>
            <a:r>
              <a:rPr lang="en-US" altLang="zh-CN" sz="2000" dirty="0">
                <a:highlight>
                  <a:srgbClr val="FFFF00"/>
                </a:highlight>
              </a:rPr>
              <a:t>upstream</a:t>
            </a:r>
            <a:r>
              <a:rPr lang="zh-CN" altLang="en-US" sz="2000" dirty="0"/>
              <a:t>，然后</a:t>
            </a:r>
            <a:r>
              <a:rPr lang="en-US" altLang="zh-CN" sz="2000" dirty="0">
                <a:highlight>
                  <a:srgbClr val="FFFF00"/>
                </a:highlight>
              </a:rPr>
              <a:t>sync fork</a:t>
            </a:r>
            <a:r>
              <a:rPr lang="zh-CN" altLang="en-US" sz="2000" dirty="0">
                <a:highlight>
                  <a:srgbClr val="FFFF00"/>
                </a:highlight>
              </a:rPr>
              <a:t>并</a:t>
            </a:r>
            <a:r>
              <a:rPr lang="en-US" altLang="zh-CN" sz="2000" dirty="0">
                <a:highlight>
                  <a:srgbClr val="FFFF00"/>
                </a:highlight>
              </a:rPr>
              <a:t>update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此时，乐乐的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行已经变为</a:t>
            </a:r>
            <a:r>
              <a:rPr lang="en-US" altLang="zh-CN" sz="2000" dirty="0"/>
              <a:t>AAAA</a:t>
            </a:r>
            <a:r>
              <a:rPr lang="zh-CN" altLang="en-US" sz="2000" dirty="0"/>
              <a:t>，但乐乐的本地</a:t>
            </a:r>
            <a:r>
              <a:rPr lang="en-US" altLang="zh-CN" sz="2000" i="1" dirty="0"/>
              <a:t>D:/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下的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行仍为</a:t>
            </a:r>
            <a:r>
              <a:rPr lang="en-US" altLang="zh-CN" sz="2000" dirty="0"/>
              <a:t>ZZZZ</a:t>
            </a:r>
            <a:r>
              <a:rPr lang="zh-CN" altLang="en-US" sz="2000" dirty="0"/>
              <a:t>，如果乐乐想要让自己的本地和自己的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保持一致，需要</a:t>
            </a:r>
            <a:r>
              <a:rPr lang="en-US" altLang="zh-CN" sz="2000" dirty="0">
                <a:highlight>
                  <a:srgbClr val="FFFF00"/>
                </a:highlight>
              </a:rPr>
              <a:t>pull</a:t>
            </a:r>
            <a:r>
              <a:rPr lang="en-US" altLang="zh-CN" sz="2000" i="1" dirty="0"/>
              <a:t> 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的最新版本到她本地（同样地，如果她也在本地做了一些</a:t>
            </a:r>
            <a:r>
              <a:rPr lang="en-US" altLang="zh-CN" sz="2000" dirty="0"/>
              <a:t>changes</a:t>
            </a:r>
            <a:r>
              <a:rPr lang="zh-CN" altLang="en-US" sz="2000" dirty="0"/>
              <a:t>，那么则需要</a:t>
            </a:r>
            <a:r>
              <a:rPr lang="zh-CN" altLang="en-US" sz="2000" dirty="0">
                <a:highlight>
                  <a:srgbClr val="FFFF00"/>
                </a:highlight>
              </a:rPr>
              <a:t>先</a:t>
            </a:r>
            <a:r>
              <a:rPr lang="en-US" altLang="zh-CN" sz="2000" dirty="0">
                <a:highlight>
                  <a:srgbClr val="FFFF00"/>
                </a:highlight>
              </a:rPr>
              <a:t>stash</a:t>
            </a:r>
            <a:r>
              <a:rPr lang="zh-CN" altLang="en-US" sz="2000" dirty="0">
                <a:highlight>
                  <a:srgbClr val="FFFF00"/>
                </a:highlight>
              </a:rPr>
              <a:t>再</a:t>
            </a:r>
            <a:r>
              <a:rPr lang="en-US" altLang="zh-CN" sz="2000" dirty="0">
                <a:highlight>
                  <a:srgbClr val="FFFF00"/>
                </a:highlight>
              </a:rPr>
              <a:t>pull</a:t>
            </a:r>
            <a:r>
              <a:rPr lang="zh-CN" altLang="en-US" sz="2000" dirty="0">
                <a:highlight>
                  <a:srgbClr val="FFFF00"/>
                </a:highlight>
              </a:rPr>
              <a:t>再</a:t>
            </a:r>
            <a:r>
              <a:rPr lang="en-US" altLang="zh-CN" sz="2000" dirty="0">
                <a:highlight>
                  <a:srgbClr val="FFFF00"/>
                </a:highlight>
              </a:rPr>
              <a:t>stash pop</a:t>
            </a:r>
            <a:r>
              <a:rPr lang="zh-CN" altLang="en-US" sz="2000" dirty="0"/>
              <a:t>）。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8935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2CB6-7D19-8B11-F948-9425BA6A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1FFAC-6BBF-3CEE-5B4F-412ABEB4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altLang="zh-CN" dirty="0"/>
              <a:t>Conflict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12FE51-D80B-FF0E-4460-FE496F9E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如果乐乐不想认贼作父，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她没有把我的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设置为她自己的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的</a:t>
            </a:r>
            <a:r>
              <a:rPr lang="en-US" altLang="zh-CN" sz="2000" dirty="0">
                <a:highlight>
                  <a:srgbClr val="FFFF00"/>
                </a:highlight>
              </a:rPr>
              <a:t>upstream</a:t>
            </a:r>
            <a:r>
              <a:rPr lang="zh-CN" altLang="en-US" sz="2000" dirty="0"/>
              <a:t>，也没有</a:t>
            </a:r>
            <a:r>
              <a:rPr lang="en-US" altLang="zh-CN" sz="2000" dirty="0">
                <a:highlight>
                  <a:srgbClr val="FFFF00"/>
                </a:highlight>
              </a:rPr>
              <a:t>sync fork</a:t>
            </a:r>
            <a:r>
              <a:rPr lang="zh-CN" altLang="en-US" sz="2000" dirty="0">
                <a:highlight>
                  <a:srgbClr val="FFFF00"/>
                </a:highlight>
              </a:rPr>
              <a:t>并</a:t>
            </a:r>
            <a:r>
              <a:rPr lang="en-US" altLang="zh-CN" sz="2000" dirty="0">
                <a:highlight>
                  <a:srgbClr val="FFFF00"/>
                </a:highlight>
              </a:rPr>
              <a:t>update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那么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日这天</a:t>
            </a:r>
            <a:r>
              <a:rPr lang="zh-CN" altLang="en-US" sz="2000" dirty="0"/>
              <a:t>，乐乐无论是在本地还是在</a:t>
            </a:r>
            <a:r>
              <a:rPr lang="en-US" altLang="zh-CN" sz="2000" dirty="0"/>
              <a:t>Github</a:t>
            </a:r>
            <a:r>
              <a:rPr lang="zh-CN" altLang="en-US" sz="2000" dirty="0"/>
              <a:t>上，</a:t>
            </a:r>
            <a:r>
              <a:rPr lang="en-US" altLang="zh-CN" sz="2000" dirty="0"/>
              <a:t>README</a:t>
            </a:r>
            <a:r>
              <a:rPr lang="zh-CN" altLang="en-US" sz="2000" dirty="0"/>
              <a:t>的第</a:t>
            </a:r>
            <a:r>
              <a:rPr lang="en-US" altLang="zh-CN" sz="2000" dirty="0"/>
              <a:t>5</a:t>
            </a:r>
            <a:r>
              <a:rPr lang="zh-CN" altLang="en-US" sz="2000" dirty="0"/>
              <a:t>行仍为</a:t>
            </a:r>
            <a:r>
              <a:rPr lang="en-US" altLang="zh-CN" sz="2000" dirty="0"/>
              <a:t>ZZZZ</a:t>
            </a:r>
            <a:r>
              <a:rPr lang="zh-CN" altLang="en-US" sz="2000" dirty="0"/>
              <a:t>，她也对这个</a:t>
            </a:r>
            <a:r>
              <a:rPr lang="en-US" altLang="zh-CN" sz="2000" dirty="0"/>
              <a:t>ZZZZ</a:t>
            </a:r>
            <a:r>
              <a:rPr lang="zh-CN" altLang="en-US" sz="2000" dirty="0"/>
              <a:t>很不满意，于是她在本地</a:t>
            </a:r>
            <a:r>
              <a:rPr lang="en-US" altLang="zh-CN" sz="2000" i="1" dirty="0"/>
              <a:t>D:/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下的</a:t>
            </a:r>
            <a:r>
              <a:rPr lang="en-US" altLang="zh-CN" sz="2000" dirty="0"/>
              <a:t>README</a:t>
            </a:r>
            <a:r>
              <a:rPr lang="zh-CN" altLang="en-US" sz="2000" dirty="0"/>
              <a:t>中修改了第</a:t>
            </a:r>
            <a:r>
              <a:rPr lang="en-US" altLang="zh-CN" sz="2000" dirty="0"/>
              <a:t>5</a:t>
            </a:r>
            <a:r>
              <a:rPr lang="zh-CN" altLang="en-US" sz="2000" dirty="0"/>
              <a:t>行，变为</a:t>
            </a:r>
            <a:r>
              <a:rPr lang="en-US" altLang="zh-CN" sz="2000" dirty="0"/>
              <a:t>BBBB</a:t>
            </a:r>
            <a:r>
              <a:rPr lang="zh-CN" altLang="en-US" sz="2000" dirty="0"/>
              <a:t>，并且把本地的</a:t>
            </a:r>
            <a:r>
              <a:rPr lang="en-US" altLang="zh-CN" sz="2000" dirty="0"/>
              <a:t>change </a:t>
            </a:r>
            <a:r>
              <a:rPr lang="en-US" altLang="zh-CN" sz="2000" dirty="0">
                <a:highlight>
                  <a:srgbClr val="FFFF00"/>
                </a:highlight>
              </a:rPr>
              <a:t>commit</a:t>
            </a:r>
            <a:r>
              <a:rPr lang="zh-CN" altLang="en-US" sz="2000" dirty="0">
                <a:highlight>
                  <a:srgbClr val="FFFF00"/>
                </a:highlight>
              </a:rPr>
              <a:t>并</a:t>
            </a:r>
            <a:r>
              <a:rPr lang="en-US" altLang="zh-CN" sz="2000" dirty="0">
                <a:highlight>
                  <a:srgbClr val="FFFF00"/>
                </a:highlight>
              </a:rPr>
              <a:t>push</a:t>
            </a:r>
            <a:r>
              <a:rPr lang="zh-CN" altLang="en-US" sz="2000" dirty="0"/>
              <a:t>到了自己的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，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乐乐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行也变成了</a:t>
            </a:r>
            <a:r>
              <a:rPr lang="en-US" altLang="zh-CN" sz="2000" dirty="0"/>
              <a:t>BBBB</a:t>
            </a:r>
            <a:r>
              <a:rPr lang="zh-CN" altLang="en-US" sz="2000" dirty="0"/>
              <a:t>。现在她提交了一个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/>
              <a:t>给我，会发生什么？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在我的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上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行接受了小方的</a:t>
            </a:r>
            <a:r>
              <a:rPr lang="en-US" altLang="zh-CN" sz="2000" dirty="0"/>
              <a:t>change</a:t>
            </a:r>
            <a:r>
              <a:rPr lang="zh-CN" altLang="en-US" sz="2000" dirty="0"/>
              <a:t>从</a:t>
            </a:r>
            <a:r>
              <a:rPr lang="en-US" altLang="zh-CN" sz="2000" dirty="0"/>
              <a:t>ZZZZ</a:t>
            </a:r>
            <a:r>
              <a:rPr lang="zh-CN" altLang="en-US" sz="2000" dirty="0"/>
              <a:t>变为了</a:t>
            </a:r>
            <a:r>
              <a:rPr lang="en-US" altLang="zh-CN" sz="2000" dirty="0"/>
              <a:t>AAAA</a:t>
            </a:r>
            <a:r>
              <a:rPr lang="zh-CN" altLang="en-US" sz="2000" dirty="0"/>
              <a:t>，而乐乐提交的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/>
              <a:t>中针对</a:t>
            </a:r>
            <a:r>
              <a:rPr lang="en-US" altLang="zh-CN" sz="2000" dirty="0"/>
              <a:t>README</a:t>
            </a:r>
            <a:r>
              <a:rPr lang="zh-CN" altLang="en-US" sz="2000" dirty="0"/>
              <a:t>第</a:t>
            </a:r>
            <a:r>
              <a:rPr lang="en-US" altLang="zh-CN" sz="2000" dirty="0"/>
              <a:t>5</a:t>
            </a:r>
            <a:r>
              <a:rPr lang="zh-CN" altLang="en-US" sz="2000" dirty="0"/>
              <a:t>行的</a:t>
            </a:r>
            <a:r>
              <a:rPr lang="en-US" altLang="zh-CN" sz="2000" dirty="0"/>
              <a:t>change</a:t>
            </a:r>
            <a:r>
              <a:rPr lang="zh-CN" altLang="en-US" sz="2000" dirty="0"/>
              <a:t>是从</a:t>
            </a:r>
            <a:r>
              <a:rPr lang="en-US" altLang="zh-CN" sz="2000" dirty="0"/>
              <a:t>ZZZZ</a:t>
            </a:r>
            <a:r>
              <a:rPr lang="zh-CN" altLang="en-US" sz="2000" dirty="0"/>
              <a:t>变为</a:t>
            </a:r>
            <a:r>
              <a:rPr lang="en-US" altLang="zh-CN" sz="2000" dirty="0"/>
              <a:t>BBBB</a:t>
            </a:r>
            <a:r>
              <a:rPr lang="zh-CN" altLang="en-US" sz="2000" dirty="0"/>
              <a:t>，这两个</a:t>
            </a:r>
            <a:r>
              <a:rPr lang="en-US" altLang="zh-CN" sz="2000" dirty="0"/>
              <a:t>change</a:t>
            </a:r>
            <a:r>
              <a:rPr lang="zh-CN" altLang="en-US" sz="2000" dirty="0"/>
              <a:t>产生了</a:t>
            </a:r>
            <a:r>
              <a:rPr lang="en-US" altLang="zh-CN" sz="2000" dirty="0">
                <a:highlight>
                  <a:srgbClr val="FFFF00"/>
                </a:highlight>
              </a:rPr>
              <a:t>conflict</a:t>
            </a:r>
            <a:r>
              <a:rPr lang="zh-CN" altLang="en-US" sz="2000" dirty="0"/>
              <a:t>，我的</a:t>
            </a:r>
            <a:r>
              <a:rPr lang="en-US" altLang="zh-CN" sz="2000" dirty="0"/>
              <a:t>Github</a:t>
            </a:r>
            <a:r>
              <a:rPr lang="zh-CN" altLang="en-US" sz="2000" dirty="0"/>
              <a:t>不知道应该保留小方的</a:t>
            </a:r>
            <a:r>
              <a:rPr lang="en-US" altLang="zh-CN" sz="2000" dirty="0"/>
              <a:t>change</a:t>
            </a:r>
            <a:r>
              <a:rPr lang="zh-CN" altLang="en-US" sz="2000" dirty="0"/>
              <a:t>，还是接纳乐乐的</a:t>
            </a:r>
            <a:r>
              <a:rPr lang="en-US" altLang="zh-CN" sz="2000" dirty="0"/>
              <a:t>change</a:t>
            </a:r>
            <a:r>
              <a:rPr lang="zh-CN" altLang="en-US" sz="2000" dirty="0"/>
              <a:t>？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60587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F1B1-F018-FCE4-4888-C4CCCD75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F383E3E-C779-954A-879C-89CADEC99804}"/>
              </a:ext>
            </a:extLst>
          </p:cNvPr>
          <p:cNvGrpSpPr/>
          <p:nvPr/>
        </p:nvGrpSpPr>
        <p:grpSpPr>
          <a:xfrm>
            <a:off x="7790095" y="0"/>
            <a:ext cx="4401905" cy="2595154"/>
            <a:chOff x="7790095" y="0"/>
            <a:chExt cx="4401905" cy="259515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7FB8F3-AAA9-B41A-7E23-637ACE01F0C6}"/>
                </a:ext>
              </a:extLst>
            </p:cNvPr>
            <p:cNvGrpSpPr/>
            <p:nvPr/>
          </p:nvGrpSpPr>
          <p:grpSpPr>
            <a:xfrm>
              <a:off x="7790095" y="0"/>
              <a:ext cx="4401905" cy="2595154"/>
              <a:chOff x="4091809" y="2777412"/>
              <a:chExt cx="5105662" cy="3010055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577F4103-3DBC-3AD9-65E2-97B0A30DE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1809" y="2777412"/>
                <a:ext cx="5105662" cy="3010055"/>
              </a:xfrm>
              <a:prstGeom prst="rect">
                <a:avLst/>
              </a:prstGeom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E3A3E7-C90B-6354-2439-6AD684DF73F3}"/>
                  </a:ext>
                </a:extLst>
              </p:cNvPr>
              <p:cNvSpPr/>
              <p:nvPr/>
            </p:nvSpPr>
            <p:spPr>
              <a:xfrm>
                <a:off x="5625736" y="3248297"/>
                <a:ext cx="1271452" cy="296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049BFE7-332E-DC10-B272-537BFBEF3CB5}"/>
                  </a:ext>
                </a:extLst>
              </p:cNvPr>
              <p:cNvSpPr/>
              <p:nvPr/>
            </p:nvSpPr>
            <p:spPr>
              <a:xfrm>
                <a:off x="6405155" y="4680857"/>
                <a:ext cx="2129246" cy="1040674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4185569-D3A7-1F2B-0100-5BCF2399119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9660687" y="661257"/>
              <a:ext cx="123886" cy="97982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DDF2FE4-5136-AA55-94A7-E1E329D8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altLang="zh-CN" dirty="0"/>
              <a:t>Conflict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01E3F-2816-6A3B-6177-CCF6C42DA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当我提交或收到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时，</a:t>
            </a:r>
            <a:r>
              <a:rPr lang="en-US" altLang="zh-CN" sz="2000" dirty="0"/>
              <a:t>Github</a:t>
            </a:r>
            <a:r>
              <a:rPr lang="zh-CN" altLang="en-US" sz="2000" dirty="0"/>
              <a:t>中会显示：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如果这个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存在</a:t>
            </a:r>
            <a:r>
              <a:rPr lang="en-US" altLang="zh-CN" sz="2000" dirty="0"/>
              <a:t>conflict</a:t>
            </a:r>
            <a:r>
              <a:rPr lang="zh-CN" altLang="en-US" sz="2000" dirty="0"/>
              <a:t>，点击进入之后会看到：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点击按钮</a:t>
            </a:r>
            <a:r>
              <a:rPr lang="en-US" altLang="zh-CN" sz="2000" dirty="0"/>
              <a:t>Resolve conflicts</a:t>
            </a:r>
            <a:r>
              <a:rPr lang="zh-CN" altLang="en-US" sz="2000" dirty="0"/>
              <a:t>进入解决界面：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可以选择要</a:t>
            </a:r>
            <a:r>
              <a:rPr lang="en-US" altLang="zh-CN" sz="2000" dirty="0"/>
              <a:t>accept</a:t>
            </a:r>
            <a:r>
              <a:rPr lang="zh-CN" altLang="en-US" sz="2000" dirty="0"/>
              <a:t>的</a:t>
            </a:r>
            <a:r>
              <a:rPr lang="en-US" altLang="zh-CN" sz="2000" dirty="0"/>
              <a:t>change</a:t>
            </a:r>
            <a:r>
              <a:rPr lang="zh-CN" altLang="en-US" sz="2000" dirty="0"/>
              <a:t>，也可以直接在页面任意修改</a:t>
            </a:r>
            <a:endParaRPr lang="en-US" altLang="zh-CN" sz="20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41896DA-97BB-1C8E-8257-648C6455CEF1}"/>
              </a:ext>
            </a:extLst>
          </p:cNvPr>
          <p:cNvGrpSpPr/>
          <p:nvPr/>
        </p:nvGrpSpPr>
        <p:grpSpPr>
          <a:xfrm>
            <a:off x="7190913" y="2730091"/>
            <a:ext cx="5001087" cy="3206978"/>
            <a:chOff x="6844683" y="3428999"/>
            <a:chExt cx="5347316" cy="342899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6D3B147-936F-1EA9-8B9C-D2A2AA5AF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72" t="16173"/>
            <a:stretch>
              <a:fillRect/>
            </a:stretch>
          </p:blipFill>
          <p:spPr>
            <a:xfrm>
              <a:off x="6844683" y="3428999"/>
              <a:ext cx="5347316" cy="3428999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32EB6BF-76FD-6B1B-DE62-69D3A3A3E9B6}"/>
                </a:ext>
              </a:extLst>
            </p:cNvPr>
            <p:cNvSpPr/>
            <p:nvPr/>
          </p:nvSpPr>
          <p:spPr>
            <a:xfrm>
              <a:off x="7273843" y="5795010"/>
              <a:ext cx="3379061" cy="57788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0ABDE2C-F85B-1D8A-4849-A8E374C85136}"/>
                </a:ext>
              </a:extLst>
            </p:cNvPr>
            <p:cNvSpPr/>
            <p:nvPr/>
          </p:nvSpPr>
          <p:spPr>
            <a:xfrm>
              <a:off x="11204745" y="5821247"/>
              <a:ext cx="926037" cy="30656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3803918-3E93-A9C3-0825-A3F9A7B9BCF3}"/>
              </a:ext>
            </a:extLst>
          </p:cNvPr>
          <p:cNvGrpSpPr/>
          <p:nvPr/>
        </p:nvGrpSpPr>
        <p:grpSpPr>
          <a:xfrm>
            <a:off x="0" y="3721849"/>
            <a:ext cx="6674803" cy="3136151"/>
            <a:chOff x="0" y="3479355"/>
            <a:chExt cx="7190913" cy="337864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CF23CF1A-1F2C-137C-FDC7-99D3D6C57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479355"/>
              <a:ext cx="7190913" cy="3378645"/>
            </a:xfrm>
            <a:prstGeom prst="rect">
              <a:avLst/>
            </a:prstGeom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0CEC37F-64B0-923E-1A40-9507118D1BFC}"/>
                </a:ext>
              </a:extLst>
            </p:cNvPr>
            <p:cNvSpPr/>
            <p:nvPr/>
          </p:nvSpPr>
          <p:spPr>
            <a:xfrm>
              <a:off x="3192440" y="5963703"/>
              <a:ext cx="3803164" cy="16189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733C2BEE-25FF-EB8B-BC82-A9A72E1D2474}"/>
              </a:ext>
            </a:extLst>
          </p:cNvPr>
          <p:cNvSpPr txBox="1"/>
          <p:nvPr/>
        </p:nvSpPr>
        <p:spPr>
          <a:xfrm>
            <a:off x="6674803" y="6070321"/>
            <a:ext cx="46789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修改完点击右上角按钮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Mark as resolved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，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再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Commit merge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FE173FC-8B33-3D24-EF3B-96994F48B6D8}"/>
              </a:ext>
            </a:extLst>
          </p:cNvPr>
          <p:cNvCxnSpPr/>
          <p:nvPr/>
        </p:nvCxnSpPr>
        <p:spPr>
          <a:xfrm>
            <a:off x="10702450" y="2538306"/>
            <a:ext cx="0" cy="4313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EEE5C95-E85E-6EA0-9877-88B1CD729523}"/>
              </a:ext>
            </a:extLst>
          </p:cNvPr>
          <p:cNvCxnSpPr/>
          <p:nvPr/>
        </p:nvCxnSpPr>
        <p:spPr>
          <a:xfrm flipH="1">
            <a:off x="6365966" y="5289924"/>
            <a:ext cx="122632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A4AB5DC-22E6-D506-6925-331BA2C36E56}"/>
              </a:ext>
            </a:extLst>
          </p:cNvPr>
          <p:cNvCxnSpPr/>
          <p:nvPr/>
        </p:nvCxnSpPr>
        <p:spPr>
          <a:xfrm>
            <a:off x="6217920" y="6522720"/>
            <a:ext cx="456883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48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F22B-7225-A76B-F5E0-811EEA22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9002C-4709-299D-AB49-7527076B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altLang="zh-CN" dirty="0"/>
              <a:t>Conflict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B2C6D-7BE0-6B43-7B14-A7B093E9B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需要注意的是，在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中</a:t>
            </a:r>
            <a:r>
              <a:rPr lang="en-US" altLang="zh-CN" sz="2000" dirty="0"/>
              <a:t>resolve conflict</a:t>
            </a:r>
            <a:r>
              <a:rPr lang="zh-CN" altLang="en-US" sz="2000" dirty="0"/>
              <a:t>之后，最新版本是直接</a:t>
            </a:r>
            <a:r>
              <a:rPr lang="en-US" altLang="zh-CN" sz="2000" dirty="0"/>
              <a:t>merge</a:t>
            </a:r>
            <a:r>
              <a:rPr lang="zh-CN" altLang="en-US" sz="2000" dirty="0"/>
              <a:t>到</a:t>
            </a:r>
            <a:r>
              <a:rPr lang="en-US" altLang="zh-CN" sz="2000" dirty="0"/>
              <a:t>Github</a:t>
            </a:r>
            <a:r>
              <a:rPr lang="zh-CN" altLang="en-US" sz="2000" dirty="0"/>
              <a:t>上的，要记得</a:t>
            </a:r>
            <a:r>
              <a:rPr lang="en-US" altLang="zh-CN" sz="2000" dirty="0"/>
              <a:t>pull</a:t>
            </a:r>
            <a:r>
              <a:rPr lang="zh-CN" altLang="en-US" sz="2000" dirty="0"/>
              <a:t>最新版本到本地。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除了在</a:t>
            </a:r>
            <a:r>
              <a:rPr lang="en-US" altLang="zh-CN" sz="2000" dirty="0"/>
              <a:t>Github</a:t>
            </a:r>
            <a:r>
              <a:rPr lang="zh-CN" altLang="en-US" sz="2000" dirty="0"/>
              <a:t>上的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中</a:t>
            </a:r>
            <a:r>
              <a:rPr lang="en-US" altLang="zh-CN" sz="2000" dirty="0"/>
              <a:t>resolve conflict</a:t>
            </a:r>
            <a:r>
              <a:rPr lang="zh-CN" altLang="en-US" sz="2000" dirty="0"/>
              <a:t>，我更推荐的工作流是认贼作父：对所有从别人那里</a:t>
            </a:r>
            <a:r>
              <a:rPr lang="en-US" altLang="zh-CN" sz="2000" dirty="0"/>
              <a:t>fork</a:t>
            </a:r>
            <a:r>
              <a:rPr lang="zh-CN" altLang="en-US" sz="2000" dirty="0"/>
              <a:t>来的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，设置源头为</a:t>
            </a:r>
            <a:r>
              <a:rPr lang="en-US" altLang="zh-CN" sz="2000" dirty="0"/>
              <a:t>upstream</a:t>
            </a:r>
            <a:r>
              <a:rPr lang="zh-CN" altLang="en-US" sz="2000" dirty="0"/>
              <a:t>，在每次准备</a:t>
            </a:r>
            <a:r>
              <a:rPr lang="en-US" altLang="zh-CN" sz="2000" dirty="0"/>
              <a:t>commit</a:t>
            </a:r>
            <a:r>
              <a:rPr lang="zh-CN" altLang="en-US" sz="2000" dirty="0"/>
              <a:t>并</a:t>
            </a:r>
            <a:r>
              <a:rPr lang="en-US" altLang="zh-CN" sz="2000" dirty="0"/>
              <a:t>push</a:t>
            </a:r>
            <a:r>
              <a:rPr lang="zh-CN" altLang="en-US" sz="2000" dirty="0"/>
              <a:t>本地</a:t>
            </a:r>
            <a:r>
              <a:rPr lang="en-US" altLang="zh-CN" sz="2000" dirty="0"/>
              <a:t>changes</a:t>
            </a:r>
            <a:r>
              <a:rPr lang="zh-CN" altLang="en-US" sz="2000" dirty="0"/>
              <a:t>之前，先</a:t>
            </a:r>
            <a:r>
              <a:rPr lang="en-US" altLang="zh-CN" sz="2000" dirty="0"/>
              <a:t>sync fork</a:t>
            </a:r>
            <a:r>
              <a:rPr lang="zh-CN" altLang="en-US" sz="2000" dirty="0"/>
              <a:t>并</a:t>
            </a:r>
            <a:r>
              <a:rPr lang="en-US" altLang="zh-CN" sz="2000" dirty="0"/>
              <a:t>update</a:t>
            </a:r>
            <a:r>
              <a:rPr lang="zh-CN" altLang="en-US" sz="2000" dirty="0"/>
              <a:t>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 </a:t>
            </a:r>
            <a:r>
              <a:rPr lang="en-US" altLang="zh-CN" sz="2000" dirty="0"/>
              <a:t>repo</a:t>
            </a:r>
            <a:r>
              <a:rPr lang="zh-CN" altLang="en-US" sz="2000" dirty="0"/>
              <a:t>，把本地</a:t>
            </a:r>
            <a:r>
              <a:rPr lang="en-US" altLang="zh-CN" sz="2000" dirty="0"/>
              <a:t>changes</a:t>
            </a:r>
            <a:r>
              <a:rPr lang="zh-CN" altLang="en-US" sz="2000" dirty="0"/>
              <a:t>在</a:t>
            </a:r>
            <a:r>
              <a:rPr lang="en-US" altLang="zh-CN" sz="2000" dirty="0"/>
              <a:t>stash</a:t>
            </a:r>
            <a:r>
              <a:rPr lang="zh-CN" altLang="en-US" sz="2000" dirty="0"/>
              <a:t>后</a:t>
            </a:r>
            <a:r>
              <a:rPr lang="en-US" altLang="zh-CN" sz="2000" dirty="0"/>
              <a:t>pull</a:t>
            </a:r>
            <a:r>
              <a:rPr lang="zh-CN" altLang="en-US" sz="2000" dirty="0"/>
              <a:t>相应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的最新版本到本地再</a:t>
            </a:r>
            <a:r>
              <a:rPr lang="en-US" altLang="zh-CN" sz="2000" dirty="0"/>
              <a:t>stash pop</a:t>
            </a:r>
            <a:r>
              <a:rPr lang="zh-CN" altLang="en-US" sz="2000" dirty="0"/>
              <a:t>。如果你的本地</a:t>
            </a:r>
            <a:r>
              <a:rPr lang="en-US" altLang="zh-CN" sz="2000" dirty="0"/>
              <a:t>changes</a:t>
            </a:r>
            <a:r>
              <a:rPr lang="zh-CN" altLang="en-US" sz="2000" dirty="0"/>
              <a:t>会和其它</a:t>
            </a:r>
            <a:r>
              <a:rPr lang="en-US" altLang="zh-CN" sz="2000" dirty="0"/>
              <a:t>changes</a:t>
            </a:r>
            <a:r>
              <a:rPr lang="zh-CN" altLang="en-US" sz="2000" dirty="0"/>
              <a:t>产生</a:t>
            </a:r>
            <a:r>
              <a:rPr lang="en-US" altLang="zh-CN" sz="2000" dirty="0"/>
              <a:t>conflict</a:t>
            </a:r>
            <a:r>
              <a:rPr lang="zh-CN" altLang="en-US" sz="2000" dirty="0"/>
              <a:t>，在</a:t>
            </a:r>
            <a:r>
              <a:rPr lang="en-US" altLang="zh-CN" sz="2000" dirty="0"/>
              <a:t>stash pop</a:t>
            </a:r>
            <a:r>
              <a:rPr lang="zh-CN" altLang="en-US" sz="2000" dirty="0"/>
              <a:t>之后</a:t>
            </a:r>
            <a:r>
              <a:rPr lang="en-US" altLang="zh-CN" sz="2000" dirty="0"/>
              <a:t>conflict</a:t>
            </a:r>
            <a:r>
              <a:rPr lang="zh-CN" altLang="en-US" sz="2000" dirty="0"/>
              <a:t>就会在你本地显示，你在本地</a:t>
            </a:r>
            <a:r>
              <a:rPr lang="en-US" altLang="zh-CN" sz="2000" dirty="0"/>
              <a:t>resolve conflicts</a:t>
            </a:r>
            <a:r>
              <a:rPr lang="zh-CN" altLang="en-US" sz="2000" dirty="0"/>
              <a:t>之后再</a:t>
            </a:r>
            <a:r>
              <a:rPr lang="en-US" altLang="zh-CN" sz="2000" dirty="0"/>
              <a:t>commit</a:t>
            </a:r>
            <a:r>
              <a:rPr lang="zh-CN" altLang="en-US" sz="2000" dirty="0"/>
              <a:t>并</a:t>
            </a:r>
            <a:r>
              <a:rPr lang="en-US" altLang="zh-CN" sz="2000" dirty="0"/>
              <a:t>push</a:t>
            </a:r>
            <a:r>
              <a:rPr lang="zh-CN" altLang="en-US" sz="2000" dirty="0"/>
              <a:t>本地最新版本到</a:t>
            </a:r>
            <a:r>
              <a:rPr lang="en-US" altLang="zh-CN" sz="2000" dirty="0"/>
              <a:t>Github</a:t>
            </a:r>
            <a:r>
              <a:rPr lang="zh-CN" altLang="en-US" sz="2000" dirty="0"/>
              <a:t>，最后提交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2094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4025-BE87-6BBC-9D69-584F4527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F583F-0322-E5B0-AA7C-D3E14CBF6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zh-CN" altLang="en-US" dirty="0"/>
              <a:t>推荐的</a:t>
            </a:r>
            <a:r>
              <a:rPr lang="en-US" altLang="zh-CN" dirty="0"/>
              <a:t>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539F9-8892-0C81-E374-AC467F3E4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/>
              <a:t>Fork</a:t>
            </a:r>
            <a:r>
              <a:rPr lang="zh-CN" altLang="en-US" sz="2000" dirty="0"/>
              <a:t>别人的</a:t>
            </a:r>
            <a:r>
              <a:rPr lang="en-US" altLang="zh-CN" sz="2000" dirty="0"/>
              <a:t>Github repo </a:t>
            </a:r>
            <a:r>
              <a:rPr lang="en-US" altLang="zh-CN" sz="2000" dirty="0">
                <a:sym typeface="Wingdings" panose="05000000000000000000" pitchFamily="2" charset="2"/>
              </a:rPr>
              <a:t> initialize</a:t>
            </a:r>
            <a:r>
              <a:rPr lang="zh-CN" altLang="en-US" sz="2000" dirty="0">
                <a:sym typeface="Wingdings" panose="05000000000000000000" pitchFamily="2" charset="2"/>
              </a:rPr>
              <a:t>到本地 </a:t>
            </a:r>
            <a:r>
              <a:rPr lang="en-US" altLang="zh-CN" sz="2000" dirty="0"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sym typeface="Wingdings" panose="05000000000000000000" pitchFamily="2" charset="2"/>
              </a:rPr>
              <a:t>设置别人的</a:t>
            </a:r>
            <a:r>
              <a:rPr lang="en-US" altLang="zh-CN" sz="2000" dirty="0">
                <a:sym typeface="Wingdings" panose="05000000000000000000" pitchFamily="2" charset="2"/>
              </a:rPr>
              <a:t>Github repo</a:t>
            </a:r>
            <a:r>
              <a:rPr lang="zh-CN" altLang="en-US" sz="2000" dirty="0">
                <a:sym typeface="Wingdings" panose="05000000000000000000" pitchFamily="2" charset="2"/>
              </a:rPr>
              <a:t>为</a:t>
            </a:r>
            <a:r>
              <a:rPr lang="en-US" altLang="zh-CN" sz="2000" dirty="0">
                <a:sym typeface="Wingdings" panose="05000000000000000000" pitchFamily="2" charset="2"/>
              </a:rPr>
              <a:t>upstream  </a:t>
            </a:r>
            <a:r>
              <a:rPr lang="zh-CN" altLang="en-US" sz="2000" dirty="0">
                <a:sym typeface="Wingdings" panose="05000000000000000000" pitchFamily="2" charset="2"/>
              </a:rPr>
              <a:t>在本地做</a:t>
            </a:r>
            <a:r>
              <a:rPr lang="en-US" altLang="zh-CN" sz="2000" dirty="0">
                <a:sym typeface="Wingdings" panose="05000000000000000000" pitchFamily="2" charset="2"/>
              </a:rPr>
              <a:t>changes  sync fork</a:t>
            </a:r>
            <a:r>
              <a:rPr lang="zh-CN" altLang="en-US" sz="2000" dirty="0">
                <a:sym typeface="Wingdings" panose="05000000000000000000" pitchFamily="2" charset="2"/>
              </a:rPr>
              <a:t>并</a:t>
            </a:r>
            <a:r>
              <a:rPr lang="en-US" altLang="zh-CN" sz="2000" dirty="0">
                <a:sym typeface="Wingdings" panose="05000000000000000000" pitchFamily="2" charset="2"/>
              </a:rPr>
              <a:t>update</a:t>
            </a:r>
            <a:r>
              <a:rPr lang="zh-CN" altLang="en-US" sz="2000" dirty="0">
                <a:sym typeface="Wingdings" panose="05000000000000000000" pitchFamily="2" charset="2"/>
              </a:rPr>
              <a:t>自己的</a:t>
            </a:r>
            <a:r>
              <a:rPr lang="en-US" altLang="zh-CN" sz="2000" dirty="0">
                <a:sym typeface="Wingdings" panose="05000000000000000000" pitchFamily="2" charset="2"/>
              </a:rPr>
              <a:t>Github repo  stash</a:t>
            </a:r>
            <a:r>
              <a:rPr lang="zh-CN" altLang="en-US" sz="2000" dirty="0">
                <a:sym typeface="Wingdings" panose="05000000000000000000" pitchFamily="2" charset="2"/>
              </a:rPr>
              <a:t>本地</a:t>
            </a:r>
            <a:r>
              <a:rPr lang="en-US" altLang="zh-CN" sz="2000" dirty="0">
                <a:sym typeface="Wingdings" panose="05000000000000000000" pitchFamily="2" charset="2"/>
              </a:rPr>
              <a:t>changes  pull</a:t>
            </a:r>
            <a:r>
              <a:rPr lang="zh-CN" altLang="en-US" sz="2000" dirty="0">
                <a:sym typeface="Wingdings" panose="05000000000000000000" pitchFamily="2" charset="2"/>
              </a:rPr>
              <a:t>自己的</a:t>
            </a:r>
            <a:r>
              <a:rPr lang="en-US" altLang="zh-CN" sz="2000" dirty="0">
                <a:sym typeface="Wingdings" panose="05000000000000000000" pitchFamily="2" charset="2"/>
              </a:rPr>
              <a:t>Github repo</a:t>
            </a:r>
            <a:r>
              <a:rPr lang="zh-CN" altLang="en-US" sz="2000" dirty="0">
                <a:sym typeface="Wingdings" panose="05000000000000000000" pitchFamily="2" charset="2"/>
              </a:rPr>
              <a:t>到本地 </a:t>
            </a:r>
            <a:r>
              <a:rPr lang="en-US" altLang="zh-CN" sz="2000" dirty="0">
                <a:sym typeface="Wingdings" panose="05000000000000000000" pitchFamily="2" charset="2"/>
              </a:rPr>
              <a:t> stash pop</a:t>
            </a:r>
            <a:r>
              <a:rPr lang="zh-CN" altLang="en-US" sz="2000" dirty="0">
                <a:sym typeface="Wingdings" panose="05000000000000000000" pitchFamily="2" charset="2"/>
              </a:rPr>
              <a:t>本地</a:t>
            </a:r>
            <a:r>
              <a:rPr lang="en-US" altLang="zh-CN" sz="2000" dirty="0">
                <a:sym typeface="Wingdings" panose="05000000000000000000" pitchFamily="2" charset="2"/>
              </a:rPr>
              <a:t>changes  </a:t>
            </a:r>
            <a:r>
              <a:rPr lang="zh-CN" altLang="en-US" sz="2000" dirty="0">
                <a:sym typeface="Wingdings" panose="05000000000000000000" pitchFamily="2" charset="2"/>
              </a:rPr>
              <a:t>如果产生了</a:t>
            </a:r>
            <a:r>
              <a:rPr lang="en-US" altLang="zh-CN" sz="2000" dirty="0">
                <a:sym typeface="Wingdings" panose="05000000000000000000" pitchFamily="2" charset="2"/>
              </a:rPr>
              <a:t>conflict</a:t>
            </a:r>
            <a:r>
              <a:rPr lang="zh-CN" altLang="en-US" sz="2000" dirty="0"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sym typeface="Wingdings" panose="05000000000000000000" pitchFamily="2" charset="2"/>
              </a:rPr>
              <a:t>resolve conflict  commit</a:t>
            </a:r>
            <a:r>
              <a:rPr lang="zh-CN" altLang="en-US" sz="2000" dirty="0">
                <a:sym typeface="Wingdings" panose="05000000000000000000" pitchFamily="2" charset="2"/>
              </a:rPr>
              <a:t>并</a:t>
            </a:r>
            <a:r>
              <a:rPr lang="en-US" altLang="zh-CN" sz="2000" dirty="0">
                <a:sym typeface="Wingdings" panose="05000000000000000000" pitchFamily="2" charset="2"/>
              </a:rPr>
              <a:t>push</a:t>
            </a:r>
            <a:r>
              <a:rPr lang="zh-CN" altLang="en-US" sz="2000" dirty="0">
                <a:sym typeface="Wingdings" panose="05000000000000000000" pitchFamily="2" charset="2"/>
              </a:rPr>
              <a:t>本地</a:t>
            </a:r>
            <a:r>
              <a:rPr lang="en-US" altLang="zh-CN" sz="2000" dirty="0">
                <a:sym typeface="Wingdings" panose="05000000000000000000" pitchFamily="2" charset="2"/>
              </a:rPr>
              <a:t>changes</a:t>
            </a:r>
            <a:r>
              <a:rPr lang="zh-CN" altLang="en-US" sz="2000" dirty="0">
                <a:sym typeface="Wingdings" panose="05000000000000000000" pitchFamily="2" charset="2"/>
              </a:rPr>
              <a:t>到自己的</a:t>
            </a:r>
            <a:r>
              <a:rPr lang="en-US" altLang="zh-CN" sz="2000" dirty="0">
                <a:sym typeface="Wingdings" panose="05000000000000000000" pitchFamily="2" charset="2"/>
              </a:rPr>
              <a:t>Github repo  </a:t>
            </a:r>
            <a:r>
              <a:rPr lang="zh-CN" altLang="en-US" sz="2000" dirty="0">
                <a:sym typeface="Wingdings" panose="05000000000000000000" pitchFamily="2" charset="2"/>
              </a:rPr>
              <a:t>提交</a:t>
            </a:r>
            <a:r>
              <a:rPr lang="en-US" altLang="zh-CN" sz="2000" dirty="0">
                <a:sym typeface="Wingdings" panose="05000000000000000000" pitchFamily="2" charset="2"/>
              </a:rPr>
              <a:t>pull request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Wingdings" panose="05000000000000000000" pitchFamily="2" charset="2"/>
              </a:rPr>
              <a:t>这些操作都不需要手动去做，把包含关键词的指令发给</a:t>
            </a:r>
            <a:r>
              <a:rPr lang="en-US" altLang="zh-CN" sz="2000" dirty="0">
                <a:sym typeface="Wingdings" panose="05000000000000000000" pitchFamily="2" charset="2"/>
              </a:rPr>
              <a:t>agent</a:t>
            </a:r>
            <a:r>
              <a:rPr lang="zh-CN" altLang="en-US" sz="2000" dirty="0">
                <a:sym typeface="Wingdings" panose="05000000000000000000" pitchFamily="2" charset="2"/>
              </a:rPr>
              <a:t>，让</a:t>
            </a:r>
            <a:r>
              <a:rPr lang="en-US" altLang="zh-CN" sz="2000" dirty="0">
                <a:sym typeface="Wingdings" panose="05000000000000000000" pitchFamily="2" charset="2"/>
              </a:rPr>
              <a:t>agent</a:t>
            </a:r>
            <a:r>
              <a:rPr lang="zh-CN" altLang="en-US" sz="2000" dirty="0">
                <a:sym typeface="Wingdings" panose="05000000000000000000" pitchFamily="2" charset="2"/>
              </a:rPr>
              <a:t>来做，并且</a:t>
            </a:r>
            <a:r>
              <a:rPr lang="en-US" altLang="zh-CN" sz="2000" dirty="0">
                <a:sym typeface="Wingdings" panose="05000000000000000000" pitchFamily="2" charset="2"/>
              </a:rPr>
              <a:t>agent</a:t>
            </a:r>
            <a:r>
              <a:rPr lang="zh-CN" altLang="en-US" sz="2000" dirty="0">
                <a:sym typeface="Wingdings" panose="05000000000000000000" pitchFamily="2" charset="2"/>
              </a:rPr>
              <a:t>有时还能自发</a:t>
            </a:r>
            <a:r>
              <a:rPr lang="en-US" altLang="zh-CN" sz="2000" dirty="0">
                <a:sym typeface="Wingdings" panose="05000000000000000000" pitchFamily="2" charset="2"/>
              </a:rPr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191271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55E8-3B94-14DD-6278-57434EE0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AD040-057B-E236-DE21-3225EB13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zh-CN" altLang="en-US" dirty="0"/>
              <a:t>推荐的</a:t>
            </a:r>
            <a:r>
              <a:rPr lang="en-US" altLang="zh-CN" dirty="0"/>
              <a:t>Git</a:t>
            </a:r>
            <a:r>
              <a:rPr lang="zh-CN" altLang="en-US" dirty="0"/>
              <a:t>工作流</a:t>
            </a:r>
            <a:endParaRPr lang="en-US" dirty="0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D226B36-FFFE-6C36-C1AB-220E5EF3A18F}"/>
              </a:ext>
            </a:extLst>
          </p:cNvPr>
          <p:cNvGrpSpPr/>
          <p:nvPr/>
        </p:nvGrpSpPr>
        <p:grpSpPr>
          <a:xfrm>
            <a:off x="278480" y="1629349"/>
            <a:ext cx="11075320" cy="4892901"/>
            <a:chOff x="0" y="1629349"/>
            <a:chExt cx="11075320" cy="489290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94CCAE2-0BC8-6806-F467-BDF5D942A57F}"/>
                </a:ext>
              </a:extLst>
            </p:cNvPr>
            <p:cNvSpPr txBox="1"/>
            <p:nvPr/>
          </p:nvSpPr>
          <p:spPr>
            <a:xfrm>
              <a:off x="1" y="2443962"/>
              <a:ext cx="19865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Upstream</a:t>
              </a:r>
              <a:r>
                <a:rPr lang="zh-CN" altLang="en-US" sz="2000" dirty="0"/>
                <a:t> </a:t>
              </a:r>
              <a:r>
                <a:rPr lang="en-US" altLang="zh-CN" sz="2000" dirty="0" err="1"/>
                <a:t>Github</a:t>
              </a:r>
              <a:endParaRPr lang="en-US" altLang="zh-CN" sz="20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2BCE2E7-9479-A16D-E05B-66A5B097D7E3}"/>
                </a:ext>
              </a:extLst>
            </p:cNvPr>
            <p:cNvSpPr txBox="1"/>
            <p:nvPr/>
          </p:nvSpPr>
          <p:spPr>
            <a:xfrm>
              <a:off x="0" y="3806006"/>
              <a:ext cx="19865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/>
                <a:t>我的</a:t>
              </a:r>
              <a:r>
                <a:rPr lang="en-US" altLang="zh-CN" sz="2000" dirty="0" err="1"/>
                <a:t>Github</a:t>
              </a:r>
              <a:endParaRPr lang="en-US" altLang="zh-CN" sz="20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5911C15-2BF4-8AF5-002F-548C62FC2FAB}"/>
                </a:ext>
              </a:extLst>
            </p:cNvPr>
            <p:cNvSpPr txBox="1"/>
            <p:nvPr/>
          </p:nvSpPr>
          <p:spPr>
            <a:xfrm>
              <a:off x="1" y="5136865"/>
              <a:ext cx="19865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/>
                <a:t>我的本地</a:t>
              </a:r>
              <a:endParaRPr lang="en-US" altLang="zh-CN" sz="2000" dirty="0"/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E957F744-19D3-1EC7-FB52-E70EF34441C9}"/>
                </a:ext>
              </a:extLst>
            </p:cNvPr>
            <p:cNvGrpSpPr/>
            <p:nvPr/>
          </p:nvGrpSpPr>
          <p:grpSpPr>
            <a:xfrm>
              <a:off x="1116634" y="1629349"/>
              <a:ext cx="9958686" cy="4892901"/>
              <a:chOff x="1116634" y="1629349"/>
              <a:chExt cx="9958686" cy="4892901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83E6D99-383B-5298-AFCB-154F0942B394}"/>
                  </a:ext>
                </a:extLst>
              </p:cNvPr>
              <p:cNvSpPr/>
              <p:nvPr/>
            </p:nvSpPr>
            <p:spPr>
              <a:xfrm>
                <a:off x="2019425" y="2416630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D7237B4-98FE-414E-79F2-D2FA4B07F699}"/>
                  </a:ext>
                </a:extLst>
              </p:cNvPr>
              <p:cNvSpPr/>
              <p:nvPr/>
            </p:nvSpPr>
            <p:spPr>
              <a:xfrm>
                <a:off x="2019424" y="3800548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EAAC320-46E4-D038-E6C6-6D6EFAB8DE1D}"/>
                  </a:ext>
                </a:extLst>
              </p:cNvPr>
              <p:cNvSpPr/>
              <p:nvPr/>
            </p:nvSpPr>
            <p:spPr>
              <a:xfrm>
                <a:off x="2019424" y="5131407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D3C38AC5-1B43-CD50-5326-0C8EA20A421B}"/>
                  </a:ext>
                </a:extLst>
              </p:cNvPr>
              <p:cNvCxnSpPr>
                <a:cxnSpLocks/>
                <a:stCxn id="13" idx="2"/>
                <a:endCxn id="15" idx="0"/>
              </p:cNvCxnSpPr>
              <p:nvPr/>
            </p:nvCxnSpPr>
            <p:spPr>
              <a:xfrm flipH="1">
                <a:off x="2241974" y="2861729"/>
                <a:ext cx="1" cy="938819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19A5C68F-E670-6AC2-9741-EB5380F665EE}"/>
                  </a:ext>
                </a:extLst>
              </p:cNvPr>
              <p:cNvCxnSpPr>
                <a:stCxn id="15" idx="2"/>
                <a:endCxn id="17" idx="0"/>
              </p:cNvCxnSpPr>
              <p:nvPr/>
            </p:nvCxnSpPr>
            <p:spPr>
              <a:xfrm>
                <a:off x="2241974" y="4245647"/>
                <a:ext cx="0" cy="88576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E74D1B8-4C23-D484-7609-25B6CA7D618B}"/>
                  </a:ext>
                </a:extLst>
              </p:cNvPr>
              <p:cNvSpPr txBox="1"/>
              <p:nvPr/>
            </p:nvSpPr>
            <p:spPr>
              <a:xfrm>
                <a:off x="1116634" y="4442626"/>
                <a:ext cx="11253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initialize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3CB0C74-C31B-8A9F-0E97-233467907AF3}"/>
                  </a:ext>
                </a:extLst>
              </p:cNvPr>
              <p:cNvSpPr txBox="1"/>
              <p:nvPr/>
            </p:nvSpPr>
            <p:spPr>
              <a:xfrm>
                <a:off x="1116634" y="3121209"/>
                <a:ext cx="11253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fork</a:t>
                </a: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8246F7B9-4186-B815-FB1F-6235E4A3C1D4}"/>
                  </a:ext>
                </a:extLst>
              </p:cNvPr>
              <p:cNvSpPr/>
              <p:nvPr/>
            </p:nvSpPr>
            <p:spPr>
              <a:xfrm>
                <a:off x="4517511" y="1629349"/>
                <a:ext cx="445099" cy="445099"/>
              </a:xfrm>
              <a:prstGeom prst="ellipse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a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47F14D5-AAE8-AA97-9FAD-D744AF1F4B9F}"/>
                  </a:ext>
                </a:extLst>
              </p:cNvPr>
              <p:cNvSpPr/>
              <p:nvPr/>
            </p:nvSpPr>
            <p:spPr>
              <a:xfrm>
                <a:off x="7012328" y="2413862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F4E8566B-4318-923A-5955-4FE98F1E9ACE}"/>
                  </a:ext>
                </a:extLst>
              </p:cNvPr>
              <p:cNvCxnSpPr>
                <a:cxnSpLocks/>
                <a:stCxn id="13" idx="3"/>
                <a:endCxn id="37" idx="1"/>
              </p:cNvCxnSpPr>
              <p:nvPr/>
            </p:nvCxnSpPr>
            <p:spPr>
              <a:xfrm flipV="1">
                <a:off x="2464524" y="2636412"/>
                <a:ext cx="4547804" cy="2768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4C5AC1EC-E6BB-2A41-D16E-0AE2B9E76E28}"/>
                  </a:ext>
                </a:extLst>
              </p:cNvPr>
              <p:cNvCxnSpPr>
                <a:cxnSpLocks/>
                <a:stCxn id="33" idx="4"/>
              </p:cNvCxnSpPr>
              <p:nvPr/>
            </p:nvCxnSpPr>
            <p:spPr>
              <a:xfrm>
                <a:off x="4740061" y="2074448"/>
                <a:ext cx="0" cy="561964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BF813C1-3D46-E22B-B027-5BBF41042030}"/>
                  </a:ext>
                </a:extLst>
              </p:cNvPr>
              <p:cNvSpPr txBox="1"/>
              <p:nvPr/>
            </p:nvSpPr>
            <p:spPr>
              <a:xfrm>
                <a:off x="3367981" y="1646243"/>
                <a:ext cx="11253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changes</a:t>
                </a: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27677DB0-01FB-2770-BD9C-A29330346800}"/>
                  </a:ext>
                </a:extLst>
              </p:cNvPr>
              <p:cNvSpPr/>
              <p:nvPr/>
            </p:nvSpPr>
            <p:spPr>
              <a:xfrm>
                <a:off x="7007462" y="3782327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5C98E4D-10AB-8BB4-B8C6-5906AC279336}"/>
                  </a:ext>
                </a:extLst>
              </p:cNvPr>
              <p:cNvCxnSpPr>
                <a:cxnSpLocks/>
                <a:stCxn id="37" idx="2"/>
                <a:endCxn id="45" idx="0"/>
              </p:cNvCxnSpPr>
              <p:nvPr/>
            </p:nvCxnSpPr>
            <p:spPr>
              <a:xfrm flipH="1">
                <a:off x="7230012" y="2858961"/>
                <a:ext cx="4866" cy="923366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DAC4BB9-8990-1733-A317-8D6C0FB0EF79}"/>
                  </a:ext>
                </a:extLst>
              </p:cNvPr>
              <p:cNvSpPr txBox="1"/>
              <p:nvPr/>
            </p:nvSpPr>
            <p:spPr>
              <a:xfrm>
                <a:off x="5988589" y="2965946"/>
                <a:ext cx="123561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sync fork</a:t>
                </a:r>
              </a:p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&amp; update</a:t>
                </a:r>
              </a:p>
            </p:txBody>
          </p: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6EB0B205-CE3C-7056-5DF8-7B46308FDA01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>
                <a:off x="2464523" y="4023098"/>
                <a:ext cx="4547804" cy="4676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E2AFC518-924A-9BD8-BCE6-52017963FCC9}"/>
                  </a:ext>
                </a:extLst>
              </p:cNvPr>
              <p:cNvSpPr/>
              <p:nvPr/>
            </p:nvSpPr>
            <p:spPr>
              <a:xfrm>
                <a:off x="3683268" y="5125870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1’</a:t>
                </a: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4CCEEB0-4317-8F1B-86AB-DF0CA7F0870C}"/>
                  </a:ext>
                </a:extLst>
              </p:cNvPr>
              <p:cNvSpPr/>
              <p:nvPr/>
            </p:nvSpPr>
            <p:spPr>
              <a:xfrm>
                <a:off x="2828831" y="5914844"/>
                <a:ext cx="445099" cy="445099"/>
              </a:xfrm>
              <a:prstGeom prst="ellipse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b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53EB2A9-ABA9-EF92-BCD2-835D1FCBBE60}"/>
                  </a:ext>
                </a:extLst>
              </p:cNvPr>
              <p:cNvSpPr txBox="1"/>
              <p:nvPr/>
            </p:nvSpPr>
            <p:spPr>
              <a:xfrm>
                <a:off x="1679301" y="5937338"/>
                <a:ext cx="11253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changes</a:t>
                </a:r>
              </a:p>
            </p:txBody>
          </p: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7BF538E4-88AB-8BD2-6811-96E97C47F599}"/>
                  </a:ext>
                </a:extLst>
              </p:cNvPr>
              <p:cNvCxnSpPr>
                <a:stCxn id="17" idx="3"/>
                <a:endCxn id="51" idx="1"/>
              </p:cNvCxnSpPr>
              <p:nvPr/>
            </p:nvCxnSpPr>
            <p:spPr>
              <a:xfrm flipV="1">
                <a:off x="2464523" y="5348420"/>
                <a:ext cx="1218745" cy="5537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03E1DA68-BF83-EFF2-3398-8D0A2B5C2852}"/>
                  </a:ext>
                </a:extLst>
              </p:cNvPr>
              <p:cNvCxnSpPr>
                <a:stCxn id="53" idx="0"/>
              </p:cNvCxnSpPr>
              <p:nvPr/>
            </p:nvCxnSpPr>
            <p:spPr>
              <a:xfrm flipV="1">
                <a:off x="3051381" y="5366133"/>
                <a:ext cx="5328" cy="548711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C4E9CF9-46A2-56CD-F711-C278810B8A1C}"/>
                  </a:ext>
                </a:extLst>
              </p:cNvPr>
              <p:cNvSpPr/>
              <p:nvPr/>
            </p:nvSpPr>
            <p:spPr>
              <a:xfrm>
                <a:off x="7001663" y="5090473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E84450F1-FA74-B062-85C0-B5D1CB5E5EC9}"/>
                  </a:ext>
                </a:extLst>
              </p:cNvPr>
              <p:cNvCxnSpPr>
                <a:stCxn id="45" idx="2"/>
                <a:endCxn id="63" idx="0"/>
              </p:cNvCxnSpPr>
              <p:nvPr/>
            </p:nvCxnSpPr>
            <p:spPr>
              <a:xfrm flipH="1">
                <a:off x="7224213" y="4227426"/>
                <a:ext cx="5799" cy="863047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5FD31A78-89C5-45FB-136F-0A11C000997D}"/>
                  </a:ext>
                </a:extLst>
              </p:cNvPr>
              <p:cNvSpPr txBox="1"/>
              <p:nvPr/>
            </p:nvSpPr>
            <p:spPr>
              <a:xfrm>
                <a:off x="5988590" y="4455935"/>
                <a:ext cx="12356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pull</a:t>
                </a: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8AAE0A77-5032-7B8C-DC8F-EAD1F8A2327F}"/>
                  </a:ext>
                </a:extLst>
              </p:cNvPr>
              <p:cNvSpPr/>
              <p:nvPr/>
            </p:nvSpPr>
            <p:spPr>
              <a:xfrm>
                <a:off x="9041390" y="5125870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5D710321-515F-4FD6-9C44-889A9DADF7A7}"/>
                  </a:ext>
                </a:extLst>
              </p:cNvPr>
              <p:cNvCxnSpPr>
                <a:cxnSpLocks/>
                <a:endCxn id="90" idx="1"/>
              </p:cNvCxnSpPr>
              <p:nvPr/>
            </p:nvCxnSpPr>
            <p:spPr>
              <a:xfrm>
                <a:off x="7446762" y="5348420"/>
                <a:ext cx="1594628" cy="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4342B9E4-26D9-37DF-C980-27EAB50B7A28}"/>
                  </a:ext>
                </a:extLst>
              </p:cNvPr>
              <p:cNvSpPr/>
              <p:nvPr/>
            </p:nvSpPr>
            <p:spPr>
              <a:xfrm>
                <a:off x="5347110" y="5090473"/>
                <a:ext cx="445099" cy="46353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63E45DBC-3A87-0FF7-6931-BCFCA6ACC931}"/>
                  </a:ext>
                </a:extLst>
              </p:cNvPr>
              <p:cNvCxnSpPr/>
              <p:nvPr/>
            </p:nvCxnSpPr>
            <p:spPr>
              <a:xfrm flipV="1">
                <a:off x="4123722" y="5348418"/>
                <a:ext cx="1218745" cy="5537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E10BCF01-E2D8-D36B-9D02-72820727171F}"/>
                  </a:ext>
                </a:extLst>
              </p:cNvPr>
              <p:cNvSpPr/>
              <p:nvPr/>
            </p:nvSpPr>
            <p:spPr>
              <a:xfrm>
                <a:off x="4517511" y="5914844"/>
                <a:ext cx="445099" cy="445099"/>
              </a:xfrm>
              <a:prstGeom prst="ellipse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b</a:t>
                </a:r>
              </a:p>
            </p:txBody>
          </p: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67FFC8FB-1A42-E3C0-7770-332D768FB223}"/>
                  </a:ext>
                </a:extLst>
              </p:cNvPr>
              <p:cNvCxnSpPr/>
              <p:nvPr/>
            </p:nvCxnSpPr>
            <p:spPr>
              <a:xfrm>
                <a:off x="4738425" y="5351591"/>
                <a:ext cx="1636" cy="549467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1ED60066-69A6-E65E-BF6D-C5FEFF7C75FD}"/>
                  </a:ext>
                </a:extLst>
              </p:cNvPr>
              <p:cNvSpPr txBox="1"/>
              <p:nvPr/>
            </p:nvSpPr>
            <p:spPr>
              <a:xfrm>
                <a:off x="4172749" y="4961917"/>
                <a:ext cx="11253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stash</a:t>
                </a:r>
              </a:p>
            </p:txBody>
          </p: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DB1C9725-9862-2D21-5A8D-1694F9DE9A97}"/>
                  </a:ext>
                </a:extLst>
              </p:cNvPr>
              <p:cNvCxnSpPr/>
              <p:nvPr/>
            </p:nvCxnSpPr>
            <p:spPr>
              <a:xfrm flipV="1">
                <a:off x="5780596" y="5345650"/>
                <a:ext cx="1218745" cy="5537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连接符: 肘形 133">
                <a:extLst>
                  <a:ext uri="{FF2B5EF4-FFF2-40B4-BE49-F238E27FC236}">
                    <a16:creationId xmlns:a16="http://schemas.microsoft.com/office/drawing/2014/main" id="{DD35365D-2E4B-92E6-BE6B-615644ECBA5C}"/>
                  </a:ext>
                </a:extLst>
              </p:cNvPr>
              <p:cNvCxnSpPr>
                <a:cxnSpLocks/>
                <a:stCxn id="114" idx="6"/>
                <a:endCxn id="90" idx="2"/>
              </p:cNvCxnSpPr>
              <p:nvPr/>
            </p:nvCxnSpPr>
            <p:spPr>
              <a:xfrm flipV="1">
                <a:off x="4962610" y="5570969"/>
                <a:ext cx="4301330" cy="566425"/>
              </a:xfrm>
              <a:prstGeom prst="bentConnector2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6411330-9992-1EBD-90A8-E5DEF807E86C}"/>
                  </a:ext>
                </a:extLst>
              </p:cNvPr>
              <p:cNvSpPr txBox="1"/>
              <p:nvPr/>
            </p:nvSpPr>
            <p:spPr>
              <a:xfrm>
                <a:off x="5310954" y="6122140"/>
                <a:ext cx="36071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stash pop &amp; resolve conflicts</a:t>
                </a:r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CD1F7413-7D78-FC36-1670-4937BD3341EB}"/>
                  </a:ext>
                </a:extLst>
              </p:cNvPr>
              <p:cNvSpPr/>
              <p:nvPr/>
            </p:nvSpPr>
            <p:spPr>
              <a:xfrm>
                <a:off x="9041390" y="3782327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1F07EB01-9124-9CD0-9884-9C03EBB6D69F}"/>
                  </a:ext>
                </a:extLst>
              </p:cNvPr>
              <p:cNvCxnSpPr>
                <a:stCxn id="90" idx="0"/>
                <a:endCxn id="140" idx="2"/>
              </p:cNvCxnSpPr>
              <p:nvPr/>
            </p:nvCxnSpPr>
            <p:spPr>
              <a:xfrm flipV="1">
                <a:off x="9263940" y="4227426"/>
                <a:ext cx="0" cy="898444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F9D2BBA-072E-5DFC-F108-8CC81F21D599}"/>
                  </a:ext>
                </a:extLst>
              </p:cNvPr>
              <p:cNvSpPr txBox="1"/>
              <p:nvPr/>
            </p:nvSpPr>
            <p:spPr>
              <a:xfrm>
                <a:off x="9269245" y="4467814"/>
                <a:ext cx="18060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commit &amp; push</a:t>
                </a:r>
              </a:p>
            </p:txBody>
          </p: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B1A28D63-4F6A-A31B-72C9-EEE10108DF9A}"/>
                  </a:ext>
                </a:extLst>
              </p:cNvPr>
              <p:cNvCxnSpPr/>
              <p:nvPr/>
            </p:nvCxnSpPr>
            <p:spPr>
              <a:xfrm>
                <a:off x="7457427" y="4024120"/>
                <a:ext cx="1594628" cy="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955C86C7-32BD-CCE7-16E5-F7532F4C5BF3}"/>
                  </a:ext>
                </a:extLst>
              </p:cNvPr>
              <p:cNvSpPr/>
              <p:nvPr/>
            </p:nvSpPr>
            <p:spPr>
              <a:xfrm>
                <a:off x="9041389" y="2408119"/>
                <a:ext cx="445099" cy="445099"/>
              </a:xfrm>
              <a:prstGeom prst="rect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3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5214E0E7-33DE-EA06-10B7-0210B98E15DF}"/>
                  </a:ext>
                </a:extLst>
              </p:cNvPr>
              <p:cNvCxnSpPr>
                <a:cxnSpLocks/>
                <a:stCxn id="63" idx="2"/>
              </p:cNvCxnSpPr>
              <p:nvPr/>
            </p:nvCxnSpPr>
            <p:spPr>
              <a:xfrm>
                <a:off x="7224213" y="5535572"/>
                <a:ext cx="0" cy="601822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>
                <a:extLst>
                  <a:ext uri="{FF2B5EF4-FFF2-40B4-BE49-F238E27FC236}">
                    <a16:creationId xmlns:a16="http://schemas.microsoft.com/office/drawing/2014/main" id="{3BC2ED9F-4590-D388-AD96-19D5FBF74F0E}"/>
                  </a:ext>
                </a:extLst>
              </p:cNvPr>
              <p:cNvCxnSpPr>
                <a:cxnSpLocks/>
                <a:stCxn id="140" idx="0"/>
                <a:endCxn id="151" idx="2"/>
              </p:cNvCxnSpPr>
              <p:nvPr/>
            </p:nvCxnSpPr>
            <p:spPr>
              <a:xfrm flipH="1" flipV="1">
                <a:off x="9263939" y="2853218"/>
                <a:ext cx="1" cy="929109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DDAE508-D2EA-F936-AAE4-316CD9060E8F}"/>
                  </a:ext>
                </a:extLst>
              </p:cNvPr>
              <p:cNvSpPr txBox="1"/>
              <p:nvPr/>
            </p:nvSpPr>
            <p:spPr>
              <a:xfrm>
                <a:off x="9269245" y="3117717"/>
                <a:ext cx="18060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pull request</a:t>
                </a:r>
              </a:p>
            </p:txBody>
          </p:sp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854289BA-5551-31FD-36B2-F08049F22584}"/>
                  </a:ext>
                </a:extLst>
              </p:cNvPr>
              <p:cNvCxnSpPr>
                <a:stCxn id="37" idx="3"/>
                <a:endCxn id="151" idx="1"/>
              </p:cNvCxnSpPr>
              <p:nvPr/>
            </p:nvCxnSpPr>
            <p:spPr>
              <a:xfrm flipV="1">
                <a:off x="7457427" y="2630669"/>
                <a:ext cx="1583962" cy="5743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BF3C9B9-5FAB-BA07-F51D-AFFA71E15BFE}"/>
                  </a:ext>
                </a:extLst>
              </p:cNvPr>
              <p:cNvSpPr txBox="1"/>
              <p:nvPr/>
            </p:nvSpPr>
            <p:spPr>
              <a:xfrm>
                <a:off x="7498033" y="2234192"/>
                <a:ext cx="14920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</a:rPr>
                  <a:t>approve PR</a:t>
                </a: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0087CC4-9371-4ABD-6104-E337F4A858C1}"/>
              </a:ext>
            </a:extLst>
          </p:cNvPr>
          <p:cNvSpPr txBox="1"/>
          <p:nvPr/>
        </p:nvSpPr>
        <p:spPr>
          <a:xfrm>
            <a:off x="6597995" y="909893"/>
            <a:ext cx="47558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</a:rPr>
              <a:t>虚线箭头表示只状态变化、没有实际操作</a:t>
            </a:r>
            <a:br>
              <a:rPr lang="en-US" altLang="zh-CN" sz="20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</a:rPr>
              <a:t>实线箭头表示有实际操作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656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B326-2945-1A00-3B43-D43CAAC2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A7F4B-2D33-9142-D714-61A57A8C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zh-CN" altLang="en-US" dirty="0"/>
              <a:t>作业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E9862-D076-CAE5-C6D7-413811C68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对于已经做完上一章</a:t>
            </a:r>
            <a:r>
              <a:rPr lang="en-US" altLang="zh-CN" sz="2000" dirty="0"/>
              <a:t>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r>
              <a:rPr lang="en-US" altLang="zh-CN" sz="2000" dirty="0"/>
              <a:t>》</a:t>
            </a:r>
            <a:r>
              <a:rPr lang="zh-CN" altLang="en-US" sz="2000" dirty="0"/>
              <a:t>作业的人，请在</a:t>
            </a:r>
            <a:r>
              <a:rPr lang="en-US" altLang="zh-CN" sz="2000" dirty="0"/>
              <a:t>README</a:t>
            </a:r>
            <a:r>
              <a:rPr lang="zh-CN" altLang="en-US" sz="2000" dirty="0"/>
              <a:t>中自己的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连接后面再加一句自我介绍，提交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并</a:t>
            </a:r>
            <a:r>
              <a:rPr lang="en-US" altLang="zh-CN" sz="2000" dirty="0"/>
              <a:t>resolve</a:t>
            </a:r>
            <a:r>
              <a:rPr lang="zh-CN" altLang="en-US" sz="2000" dirty="0"/>
              <a:t>所有</a:t>
            </a:r>
            <a:r>
              <a:rPr lang="en-US" altLang="zh-CN" sz="2000" dirty="0"/>
              <a:t>conflicts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对于还没有做完上一章</a:t>
            </a:r>
            <a:r>
              <a:rPr lang="en-US" altLang="zh-CN" sz="2000" dirty="0"/>
              <a:t>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r>
              <a:rPr lang="en-US" altLang="zh-CN" sz="2000" dirty="0"/>
              <a:t>》</a:t>
            </a:r>
            <a:r>
              <a:rPr lang="zh-CN" altLang="en-US" sz="2000" dirty="0"/>
              <a:t>作业的人，尽快把上一章作业做完，提交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并</a:t>
            </a:r>
            <a:r>
              <a:rPr lang="en-US" altLang="zh-CN" sz="2000" dirty="0"/>
              <a:t>resolve</a:t>
            </a:r>
            <a:r>
              <a:rPr lang="zh-CN" altLang="en-US" sz="2000" dirty="0"/>
              <a:t>所有</a:t>
            </a:r>
            <a:r>
              <a:rPr lang="en-US" altLang="zh-CN" sz="2000" dirty="0"/>
              <a:t>conflicts</a:t>
            </a:r>
          </a:p>
        </p:txBody>
      </p:sp>
    </p:spTree>
    <p:extLst>
      <p:ext uri="{BB962C8B-B14F-4D97-AF65-F5344CB8AC3E}">
        <p14:creationId xmlns:p14="http://schemas.microsoft.com/office/powerpoint/2010/main" val="355275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中英文字体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1918</Words>
  <Application>Microsoft Office PowerPoint</Application>
  <PresentationFormat>宽屏</PresentationFormat>
  <Paragraphs>72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主题​​</vt:lpstr>
      <vt:lpstr>Git工作流（进阶）</vt:lpstr>
      <vt:lpstr>1. Fork &amp; Initialize</vt:lpstr>
      <vt:lpstr>2. Push &amp; Pull</vt:lpstr>
      <vt:lpstr>3. Stash</vt:lpstr>
      <vt:lpstr>4. Sync Fork</vt:lpstr>
      <vt:lpstr>5. Conflict</vt:lpstr>
      <vt:lpstr>5. Conflict</vt:lpstr>
      <vt:lpstr>5. Conflict</vt:lpstr>
      <vt:lpstr>6. 推荐的Git工作流</vt:lpstr>
      <vt:lpstr>6. 推荐的Git工作流</vt:lpstr>
      <vt:lpstr>7. 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天怡 周</dc:creator>
  <cp:lastModifiedBy>天怡 周</cp:lastModifiedBy>
  <cp:revision>283</cp:revision>
  <dcterms:created xsi:type="dcterms:W3CDTF">2026-08-26T14:56:02Z</dcterms:created>
  <dcterms:modified xsi:type="dcterms:W3CDTF">2026-09-15T01:37:12Z</dcterms:modified>
</cp:coreProperties>
</file>