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38" autoAdjust="0"/>
  </p:normalViewPr>
  <p:slideViewPr>
    <p:cSldViewPr snapToGrid="0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8F669-352F-4A0B-8050-BB618FBAF435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B3A21-5293-40D4-A4F2-E3252FD91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0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B3A21-5293-40D4-A4F2-E3252FD917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35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55A64-99B0-2331-A55C-4BBCB2434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F346A7-8F79-C00A-B9B6-0BD868ED7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05863D-4E18-E819-8ED6-514FF578C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DB5A5C-C204-3E7B-196A-838E88EA2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B3A21-5293-40D4-A4F2-E3252FD917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613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B794E-E0A0-BEFF-EB5B-CA36B8D8A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EAD65F-BF97-BBA3-5BA0-162013919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8B8127-9340-F247-2264-EF1BAD373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3AF122-8E7B-0676-2E1B-C867E9A92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B3A21-5293-40D4-A4F2-E3252FD917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565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EAD7A-7225-ADE9-3927-57CE77AB3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404923-D1D4-84B4-27CF-9D63C09B5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D31F56-0393-DF99-D627-135479ED6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6FDA5B-0DDF-4AAB-4442-2A942D0BC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B3A21-5293-40D4-A4F2-E3252FD917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46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87E87-9C16-D02A-03E5-830AF8BAE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B6B633-74A7-C039-2DC2-F88B8737A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C6001B-2373-0500-508B-3199EC3FB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ECF605-42ED-31EA-1223-4DD2207FD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B3A21-5293-40D4-A4F2-E3252FD917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88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638A4-DF92-725C-1107-B348D78B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ACE628-7122-8603-C19F-C12664559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7AC056-933B-1F57-048B-11A57084F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E9316E-3BA0-878A-3D77-1B14AA4C3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B3A21-5293-40D4-A4F2-E3252FD917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745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F4EF2-0C03-D2AE-FA1A-137075506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07A8A8-E4F1-FF16-340B-4498343B5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30D32E-5D4F-8A46-F9DF-3974A906A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B70AE3-8E1E-F7E2-01A2-3196BEEBE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B3A21-5293-40D4-A4F2-E3252FD917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50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D39C7-FB91-D3D0-28C9-2C6FF2210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57EC12-6AEC-A427-84DE-65EF10691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D30B8-3AC1-1B03-F47D-32779ED3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FC082E-7AC0-0C0F-269B-1D89E193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D146A-6F56-0910-C409-2932EB5C7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6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EE6A85-AE07-55AE-5EDA-DE8D6CC95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9D7BCE-D66C-F8B9-7288-6200296E4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B9C947-7B05-6BFA-4188-3F9D122C6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526983-DAFA-FF57-670F-9FF4D3F5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EC59C8-11B7-A4BE-16E3-AE215676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24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5F032A-8706-FD89-86BA-A6559A7E0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E004A5-89BA-D9D1-F98C-371B0BF2A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9E6909-2DD4-9B36-DCA3-84F01930C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B81BC-A895-2E88-F473-715BC247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791205-2726-FB76-BCB1-7154F205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04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7A70B-E151-B436-ABB5-D722E37F6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6E771-E72E-CE44-645A-CC7E31F84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BD0AE6-57C8-4CA9-9953-7FF6B5DF2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7929C2-FA44-EC58-9B3E-E5F816D8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9C0041-7C37-8A69-282C-5E7FF059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5A7330-6EF8-578D-2CD1-A218C9BD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9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7168B-ED75-6D36-75E2-BD7771491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DF5A51-D517-AC9F-D063-00DAD2AE8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D2F937-5F80-3518-5737-0CC0AA76B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C450C63-BA1F-E599-1A5A-367EAA9E7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EFFB92-253E-9D7B-B84A-85CE8AC9B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E55078F-4C4A-4D77-0E3F-CBEC25DE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8C0807-450F-71E5-B143-16DB3AAC5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201395-2531-90A8-FA50-9FD43B591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B18090-C4AF-F883-E02F-D63C79AA3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6B33CF-6FB5-54F9-438A-748CC42B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5BC166-7147-8470-A9B2-4FE41746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16C514-8E8E-F95B-C9FF-24F60BF49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6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CE0BA5-6D52-8596-631B-6D8D23D3A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70D7E5-1FB2-FBF0-416A-4D70ADC1E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83B3E3-4398-291B-D27E-D9876DC2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05ECD-DC19-469B-7E94-59492163F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B758C9-0077-2C85-DA0F-936A077FB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9828B5-7906-96DB-6290-88470E5A3B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92948D-A5BC-09F8-D807-CC3E8CACC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8E50CD-5445-1963-0AD3-AA1E30009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D141A3-35AE-C189-3BDA-30F65685B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24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28AA5-B391-5148-E4B3-788A143DA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9EC429-BA31-3801-EAA6-28D485ED39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F4D4EA-9C48-F3DF-23EF-4CBEC6987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3781F1-4381-5523-7E56-0129BC79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D2005B-4AC8-E0D4-714D-5D5B4415A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EA63FC-7BF4-774B-D6A1-0B2BE3B7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681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24971-17F3-BE3A-3B7E-EF9BAEF77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24BB70-4C52-138A-CB5F-3A4DCC83F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8B0B4-A3C2-F277-CF60-3025D6F1F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1B1A87-948A-0830-6F44-9ABA835E5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F89FE8-D198-5930-09B1-B3E081A3A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035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AA1CB3-2BE0-3B13-C778-C10B15EBC7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76C0EC-8C44-3880-4F40-54C49963A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9E2893-79DA-1B6B-79F5-5B5071679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00E8-96E6-4324-865F-B11F813897E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72095C-938A-D4BC-C2D5-FE95CEBD2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85900-6956-F666-1ACA-FEFAFF5D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5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8F2FF04-5964-7E98-D747-3C67CE78D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6E26E1-09BD-7D09-11E2-68EF6AEA1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84784C-068E-6E00-0084-E82B8DD06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300E8-96E6-4324-865F-B11F813897E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B4E1FF-9C09-E582-E6D5-77E24876F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64B44B-BD4D-6426-1B32-DE910F39D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403E5-2B6E-40F0-8215-F37882F6A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03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ortyZhou/Herm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1E200-40A0-20F5-4351-106CD43CF8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工作流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803517-9F45-75B7-BE04-A9ABDBA0DD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zh-CN" altLang="en-US" sz="3200" dirty="0"/>
              <a:t>如果在国内，全程要挂</a:t>
            </a:r>
            <a:r>
              <a:rPr lang="en-US" altLang="zh-CN" sz="3200" dirty="0"/>
              <a:t>VPN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78411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201890-B149-8506-1C3C-208937F6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zh-CN" altLang="en-US" dirty="0"/>
              <a:t>下载</a:t>
            </a:r>
            <a:r>
              <a:rPr lang="en-US" altLang="zh-CN" dirty="0"/>
              <a:t>Github CLI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E954EB-0611-FEF5-A519-D72AA7DB3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对话要求</a:t>
            </a:r>
            <a:r>
              <a:rPr lang="en-US" altLang="zh-CN" sz="2000" dirty="0"/>
              <a:t>agent</a:t>
            </a:r>
            <a:r>
              <a:rPr lang="zh-CN" altLang="en-US" sz="2000" dirty="0"/>
              <a:t>下载</a:t>
            </a:r>
            <a:r>
              <a:rPr lang="en-US" altLang="zh-CN" sz="2000" dirty="0"/>
              <a:t>Github CLI</a:t>
            </a:r>
            <a:r>
              <a:rPr lang="zh-CN" altLang="en-US" sz="2000" dirty="0"/>
              <a:t>到</a:t>
            </a:r>
            <a:r>
              <a:rPr lang="en-US" altLang="zh-CN" sz="2000" dirty="0"/>
              <a:t>Windows</a:t>
            </a:r>
            <a:r>
              <a:rPr lang="zh-CN" altLang="en-US" sz="2000" dirty="0"/>
              <a:t>下</a:t>
            </a:r>
            <a:r>
              <a:rPr lang="en-US" altLang="zh-CN" sz="2000" dirty="0"/>
              <a:t>gh</a:t>
            </a:r>
            <a:r>
              <a:rPr lang="zh-CN" altLang="en-US" sz="2000" dirty="0"/>
              <a:t>的标准位置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/>
              <a:t>Github CLI</a:t>
            </a:r>
            <a:r>
              <a:rPr lang="zh-CN" altLang="en-US" sz="2000" dirty="0"/>
              <a:t>让我们能够在</a:t>
            </a:r>
            <a:r>
              <a:rPr lang="en-US" altLang="zh-CN" sz="2000" dirty="0"/>
              <a:t>agent</a:t>
            </a:r>
            <a:r>
              <a:rPr lang="zh-CN" altLang="en-US" sz="2000" dirty="0"/>
              <a:t>中直接通过自然语言控制</a:t>
            </a:r>
            <a:r>
              <a:rPr lang="en-US" altLang="zh-CN" sz="2000" dirty="0"/>
              <a:t>Github</a:t>
            </a:r>
            <a:r>
              <a:rPr lang="zh-CN" altLang="en-US" sz="2000" dirty="0"/>
              <a:t>仓库（</a:t>
            </a:r>
            <a:r>
              <a:rPr lang="en-US" altLang="zh-CN" sz="2000" dirty="0"/>
              <a:t>repo</a:t>
            </a:r>
            <a:r>
              <a:rPr lang="zh-CN" altLang="en-US" sz="2000" dirty="0"/>
              <a:t>），实现文件</a:t>
            </a:r>
            <a:r>
              <a:rPr lang="en-US" altLang="zh-CN" sz="2000" dirty="0"/>
              <a:t>/</a:t>
            </a:r>
            <a:r>
              <a:rPr lang="zh-CN" altLang="en-US" sz="2000" dirty="0"/>
              <a:t>代码的云备份（</a:t>
            </a:r>
            <a:r>
              <a:rPr lang="en-US" altLang="zh-CN" sz="2000" dirty="0"/>
              <a:t>Github</a:t>
            </a:r>
            <a:r>
              <a:rPr lang="zh-CN" altLang="en-US" sz="2000" dirty="0"/>
              <a:t>可以视作云盘）、共享和多人写作、版本控制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个人</a:t>
            </a:r>
            <a:r>
              <a:rPr lang="en-US" altLang="zh-CN" sz="2000" dirty="0"/>
              <a:t>Github</a:t>
            </a:r>
            <a:r>
              <a:rPr lang="zh-CN" altLang="en-US" sz="2000" dirty="0"/>
              <a:t>主页可以放链接在简历中，作为项目</a:t>
            </a:r>
            <a:r>
              <a:rPr lang="en-US" altLang="zh-CN" sz="2000" dirty="0"/>
              <a:t>/</a:t>
            </a:r>
            <a:r>
              <a:rPr lang="zh-CN" altLang="en-US" sz="2000" dirty="0"/>
              <a:t>作品集展示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595315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FFACD-8775-2B2B-FB89-E5A6B1D43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4B6C4-C386-0A44-4E1E-A0836339E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zh-CN" altLang="en-US" dirty="0"/>
              <a:t>登录</a:t>
            </a:r>
            <a:r>
              <a:rPr lang="en-US" altLang="zh-CN" dirty="0"/>
              <a:t>/</a:t>
            </a:r>
            <a:r>
              <a:rPr lang="zh-CN" altLang="en-US" dirty="0"/>
              <a:t>注册</a:t>
            </a:r>
            <a:r>
              <a:rPr lang="en-US" altLang="zh-CN" dirty="0"/>
              <a:t>Github</a:t>
            </a:r>
            <a:r>
              <a:rPr lang="zh-CN" altLang="en-US" dirty="0"/>
              <a:t>个人账户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2D7DDC-3A74-B1FC-0AC4-C5FC9AA8A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1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按照</a:t>
            </a:r>
            <a:r>
              <a:rPr lang="en-US" altLang="zh-CN" sz="2000" dirty="0"/>
              <a:t>Github</a:t>
            </a:r>
            <a:r>
              <a:rPr lang="zh-CN" altLang="en-US" sz="2000" dirty="0"/>
              <a:t>网站要求登录</a:t>
            </a:r>
            <a:r>
              <a:rPr lang="en-US" altLang="zh-CN" sz="2000" dirty="0"/>
              <a:t>/</a:t>
            </a:r>
            <a:r>
              <a:rPr lang="zh-CN" altLang="en-US" sz="2000" dirty="0"/>
              <a:t>注册即可：</a:t>
            </a:r>
            <a:r>
              <a:rPr lang="en-US" altLang="zh-CN" sz="2000" dirty="0">
                <a:hlinkClick r:id="rId2"/>
              </a:rPr>
              <a:t>https://github.com/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登录之后，要求</a:t>
            </a:r>
            <a:r>
              <a:rPr lang="en-US" altLang="zh-CN" sz="2000" dirty="0"/>
              <a:t>agent</a:t>
            </a:r>
            <a:r>
              <a:rPr lang="zh-CN" altLang="en-US" sz="2000" dirty="0"/>
              <a:t>连接到自己的</a:t>
            </a:r>
            <a:r>
              <a:rPr lang="en-US" altLang="zh-CN" sz="2000" dirty="0"/>
              <a:t>Github</a:t>
            </a:r>
            <a:r>
              <a:rPr lang="zh-CN" altLang="en-US" sz="2000" dirty="0"/>
              <a:t>账户，按照</a:t>
            </a:r>
            <a:r>
              <a:rPr lang="en-US" altLang="zh-CN" sz="2000" dirty="0"/>
              <a:t>agent</a:t>
            </a:r>
            <a:r>
              <a:rPr lang="zh-CN" altLang="en-US" sz="2000" dirty="0"/>
              <a:t>的回答</a:t>
            </a:r>
            <a:r>
              <a:rPr lang="en-US" altLang="zh-CN" sz="2000" dirty="0"/>
              <a:t>&amp;</a:t>
            </a:r>
            <a:r>
              <a:rPr lang="zh-CN" altLang="en-US" sz="2000" dirty="0"/>
              <a:t>提示完成</a:t>
            </a:r>
            <a:r>
              <a:rPr lang="en-US" altLang="zh-CN" sz="2000" dirty="0"/>
              <a:t>Github authentication (</a:t>
            </a:r>
            <a:r>
              <a:rPr lang="zh-CN" altLang="en-US" sz="2000" dirty="0"/>
              <a:t>我记得</a:t>
            </a:r>
            <a:r>
              <a:rPr lang="en-US" altLang="zh-CN" sz="2000" dirty="0"/>
              <a:t>agent</a:t>
            </a:r>
            <a:r>
              <a:rPr lang="zh-CN" altLang="en-US" sz="2000" dirty="0"/>
              <a:t>会给个</a:t>
            </a:r>
            <a:r>
              <a:rPr lang="en-US" altLang="zh-CN" sz="2000" dirty="0"/>
              <a:t>authen code</a:t>
            </a:r>
            <a:r>
              <a:rPr lang="zh-CN" altLang="en-US" sz="2000" dirty="0"/>
              <a:t>，</a:t>
            </a:r>
            <a:r>
              <a:rPr lang="en-US" altLang="zh-CN" sz="2000" dirty="0"/>
              <a:t>Github</a:t>
            </a:r>
            <a:r>
              <a:rPr lang="zh-CN" altLang="en-US" sz="2000" dirty="0"/>
              <a:t>会弹出</a:t>
            </a:r>
            <a:r>
              <a:rPr lang="en-US" altLang="zh-CN" sz="2000" dirty="0"/>
              <a:t>authentication</a:t>
            </a:r>
            <a:r>
              <a:rPr lang="zh-CN" altLang="en-US" sz="2000" dirty="0"/>
              <a:t>页面，要把</a:t>
            </a:r>
            <a:r>
              <a:rPr lang="en-US" altLang="zh-CN" sz="2000" dirty="0"/>
              <a:t>authen code</a:t>
            </a:r>
            <a:r>
              <a:rPr lang="zh-CN" altLang="en-US" sz="2000" dirty="0"/>
              <a:t>按要求输入页面</a:t>
            </a:r>
            <a:r>
              <a:rPr lang="en-US" altLang="zh-CN" sz="2000" dirty="0"/>
              <a:t>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和在</a:t>
            </a:r>
            <a:r>
              <a:rPr lang="en-US" altLang="zh-CN" sz="2000" dirty="0"/>
              <a:t>agent</a:t>
            </a:r>
            <a:r>
              <a:rPr lang="zh-CN" altLang="en-US" sz="2000" dirty="0"/>
              <a:t>中建议一个项目对应一个</a:t>
            </a:r>
            <a:r>
              <a:rPr lang="en-US" altLang="zh-CN" sz="2000" dirty="0"/>
              <a:t>profile</a:t>
            </a:r>
            <a:r>
              <a:rPr lang="zh-CN" altLang="en-US" sz="2000" dirty="0"/>
              <a:t>类似，</a:t>
            </a:r>
            <a:r>
              <a:rPr lang="en-US" altLang="zh-CN" sz="2000" dirty="0"/>
              <a:t>Github</a:t>
            </a:r>
            <a:r>
              <a:rPr lang="zh-CN" altLang="en-US" sz="2000" dirty="0"/>
              <a:t>中建议一个项目对应一个</a:t>
            </a:r>
            <a:r>
              <a:rPr lang="en-US" altLang="zh-CN" sz="2000" dirty="0"/>
              <a:t>repo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C8AAE70-8474-950E-2EDD-94F864477E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240" y="5112879"/>
            <a:ext cx="2270760" cy="174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117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0C65F-A4EB-4BCD-1FE2-7F5210147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FBDD44-8E56-5230-65B9-5530CCCD2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Git</a:t>
            </a:r>
            <a:r>
              <a:rPr lang="zh-CN" altLang="en-US" dirty="0"/>
              <a:t>工作流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275FB9-F84C-B395-B3EE-F033F8C4F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1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简单说什么是</a:t>
            </a:r>
            <a:r>
              <a:rPr lang="en-US" altLang="zh-CN" sz="2000" dirty="0"/>
              <a:t>Git</a:t>
            </a:r>
            <a:r>
              <a:rPr lang="zh-CN" altLang="en-US" sz="2000" dirty="0"/>
              <a:t>工作流？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我现在本地有一个文件夹</a:t>
            </a:r>
            <a:r>
              <a:rPr lang="en-US" altLang="zh-CN" sz="2000" i="1" dirty="0"/>
              <a:t>Hermes</a:t>
            </a:r>
            <a:r>
              <a:rPr lang="zh-CN" altLang="en-US" sz="2000" dirty="0"/>
              <a:t>，这个文件夹只存在于我的电脑中，别人看不到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我希望所有能上网的人都能看到这个文件夹里的文件、能下载，所以我要把它</a:t>
            </a:r>
            <a:r>
              <a:rPr lang="en-US" altLang="zh-CN" sz="2000" dirty="0"/>
              <a:t>push</a:t>
            </a:r>
            <a:r>
              <a:rPr lang="zh-CN" altLang="en-US" sz="2000" dirty="0"/>
              <a:t>到</a:t>
            </a:r>
            <a:r>
              <a:rPr lang="en-US" altLang="zh-CN" sz="2000" dirty="0"/>
              <a:t>Github</a:t>
            </a:r>
            <a:r>
              <a:rPr lang="zh-CN" altLang="en-US" sz="2000" dirty="0"/>
              <a:t>变成一个云端</a:t>
            </a:r>
            <a:r>
              <a:rPr lang="en-US" altLang="zh-CN" sz="2000" dirty="0"/>
              <a:t>repo</a:t>
            </a:r>
            <a:r>
              <a:rPr lang="zh-CN" altLang="en-US" sz="2000" dirty="0"/>
              <a:t>，并设置为</a:t>
            </a:r>
            <a:r>
              <a:rPr lang="en-US" altLang="zh-CN" sz="2000" dirty="0"/>
              <a:t>public</a:t>
            </a:r>
            <a:r>
              <a:rPr lang="zh-CN" altLang="en-US" sz="2000" dirty="0"/>
              <a:t>（如果设置为</a:t>
            </a:r>
            <a:r>
              <a:rPr lang="en-US" altLang="zh-CN" sz="2000" dirty="0"/>
              <a:t>private</a:t>
            </a:r>
            <a:r>
              <a:rPr lang="zh-CN" altLang="en-US" sz="2000" dirty="0"/>
              <a:t>则在</a:t>
            </a:r>
            <a:r>
              <a:rPr lang="en-US" altLang="zh-CN" sz="2000" dirty="0"/>
              <a:t>Github</a:t>
            </a:r>
            <a:r>
              <a:rPr lang="zh-CN" altLang="en-US" sz="2000" dirty="0"/>
              <a:t>也仅我自己可见）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用自然语言要求</a:t>
            </a:r>
            <a:r>
              <a:rPr lang="en-US" altLang="zh-CN" sz="2000" dirty="0"/>
              <a:t>agent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D642E7E-9336-7DB3-F1A0-805E262EF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24435"/>
            <a:ext cx="5194567" cy="172728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E401D21-C34D-C5AF-6739-314AA71C97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035652"/>
            <a:ext cx="8064622" cy="55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79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95AC2-ADEA-25EB-7634-D0D5E8BCD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591921-1766-FDF9-4C1F-430518892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Git</a:t>
            </a:r>
            <a:r>
              <a:rPr lang="zh-CN" altLang="en-US" dirty="0"/>
              <a:t>工作流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699C49-7128-9B1E-D4E4-B46899BF3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152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于是我的</a:t>
            </a:r>
            <a:r>
              <a:rPr lang="en-US" altLang="zh-CN" sz="2000" dirty="0"/>
              <a:t>Github</a:t>
            </a:r>
            <a:r>
              <a:rPr lang="zh-CN" altLang="en-US" sz="2000" dirty="0"/>
              <a:t>里多了一个</a:t>
            </a:r>
            <a:r>
              <a:rPr lang="en-US" altLang="zh-CN" sz="2000" dirty="0"/>
              <a:t>public repo</a:t>
            </a:r>
            <a:r>
              <a:rPr lang="zh-CN" altLang="en-US" sz="2000" dirty="0"/>
              <a:t>，点进这个</a:t>
            </a:r>
            <a:r>
              <a:rPr lang="en-US" altLang="zh-CN" sz="2000" dirty="0"/>
              <a:t>repo</a:t>
            </a:r>
            <a:r>
              <a:rPr lang="zh-CN" altLang="en-US" sz="2000" dirty="0"/>
              <a:t>就可以看到文件夹中的</a:t>
            </a:r>
            <a:r>
              <a:rPr lang="en-US" altLang="zh-CN" sz="2000" dirty="0"/>
              <a:t>3</a:t>
            </a:r>
            <a:r>
              <a:rPr lang="zh-CN" altLang="en-US" sz="2000" dirty="0"/>
              <a:t>个文件（</a:t>
            </a:r>
            <a:r>
              <a:rPr lang="en-US" altLang="zh-CN" sz="2000" dirty="0"/>
              <a:t>.git</a:t>
            </a:r>
            <a:r>
              <a:rPr lang="zh-CN" altLang="en-US" sz="2000" dirty="0"/>
              <a:t>不算，那可以看作</a:t>
            </a:r>
            <a:r>
              <a:rPr lang="en-US" altLang="zh-CN" sz="2000" dirty="0"/>
              <a:t>git</a:t>
            </a:r>
            <a:r>
              <a:rPr lang="zh-CN" altLang="en-US" sz="2000" dirty="0"/>
              <a:t>节点）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任何网友都可以通过链接访问这</a:t>
            </a:r>
            <a:r>
              <a:rPr lang="en-US" altLang="zh-CN" sz="2000" dirty="0"/>
              <a:t>3</a:t>
            </a:r>
            <a:r>
              <a:rPr lang="zh-CN" altLang="en-US" sz="2000" dirty="0"/>
              <a:t>个文件并下载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000" dirty="0">
                <a:hlinkClick r:id="rId3"/>
              </a:rPr>
              <a:t>https://github.com/shortyZhou/Hermes</a:t>
            </a:r>
            <a:endParaRPr lang="en-US" altLang="zh-CN" sz="20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B1504C1-EE1C-9A69-B5D9-FE89737D6CAE}"/>
              </a:ext>
            </a:extLst>
          </p:cNvPr>
          <p:cNvGrpSpPr/>
          <p:nvPr/>
        </p:nvGrpSpPr>
        <p:grpSpPr>
          <a:xfrm>
            <a:off x="824959" y="2797878"/>
            <a:ext cx="2686188" cy="1822544"/>
            <a:chOff x="838200" y="2404516"/>
            <a:chExt cx="2686188" cy="182254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11809F3-4B2A-9F84-BB9C-270ABC1DB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2404516"/>
              <a:ext cx="2686188" cy="1822544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2E29935-4384-9126-A675-164B6F2A4666}"/>
                </a:ext>
              </a:extLst>
            </p:cNvPr>
            <p:cNvSpPr/>
            <p:nvPr/>
          </p:nvSpPr>
          <p:spPr>
            <a:xfrm>
              <a:off x="846909" y="3991530"/>
              <a:ext cx="1469571" cy="214710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B02B267E-39F3-636D-17A0-20B59DDFA2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611" y="2404158"/>
            <a:ext cx="7842653" cy="260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283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54209-83DE-5B52-148D-4E9DC783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985E93-A4AC-9C48-1123-64B4F1FA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Git</a:t>
            </a:r>
            <a:r>
              <a:rPr lang="zh-CN" altLang="en-US" dirty="0"/>
              <a:t>工作流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127BCE-3ACE-EADD-01F9-8B51641C7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1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我现在想修改</a:t>
            </a:r>
            <a:r>
              <a:rPr lang="en-US" altLang="zh-CN" sz="2000" dirty="0"/>
              <a:t>3</a:t>
            </a:r>
            <a:r>
              <a:rPr lang="zh-CN" altLang="en-US" sz="2000" dirty="0"/>
              <a:t>个文件中的</a:t>
            </a:r>
            <a:r>
              <a:rPr lang="en-US" altLang="zh-CN" sz="2000" dirty="0"/>
              <a:t>README.md</a:t>
            </a:r>
            <a:r>
              <a:rPr lang="zh-CN" altLang="en-US" sz="2000" dirty="0"/>
              <a:t>，它现在只有一行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我先让</a:t>
            </a:r>
            <a:r>
              <a:rPr lang="en-US" altLang="zh-CN" sz="2000" dirty="0"/>
              <a:t>agent</a:t>
            </a:r>
            <a:r>
              <a:rPr lang="zh-CN" altLang="en-US" sz="2000" dirty="0"/>
              <a:t>帮我修改我电脑本地的</a:t>
            </a:r>
            <a:r>
              <a:rPr lang="en-US" altLang="zh-CN" sz="2000" dirty="0"/>
              <a:t>README.md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修改后我电脑本地的</a:t>
            </a:r>
            <a:r>
              <a:rPr lang="en-US" altLang="zh-CN" sz="2000" dirty="0"/>
              <a:t>README.md</a:t>
            </a:r>
            <a:r>
              <a:rPr lang="zh-CN" altLang="en-US" sz="2000" dirty="0"/>
              <a:t>改变了，但此时</a:t>
            </a:r>
            <a:r>
              <a:rPr lang="en-US" altLang="zh-CN" sz="2000" dirty="0"/>
              <a:t>Github repo</a:t>
            </a:r>
            <a:r>
              <a:rPr lang="zh-CN" altLang="en-US" sz="2000" dirty="0"/>
              <a:t>中的云</a:t>
            </a:r>
            <a:r>
              <a:rPr lang="en-US" altLang="zh-CN" sz="2000" dirty="0"/>
              <a:t>README.md</a:t>
            </a:r>
            <a:r>
              <a:rPr lang="zh-CN" altLang="en-US" sz="2000" dirty="0"/>
              <a:t>还没改变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DA876AB-2665-8A49-F73C-7C98C1C65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22766"/>
            <a:ext cx="5232669" cy="11938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99132E1-9A46-5C5D-3873-B4A2C80839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07944"/>
            <a:ext cx="7566638" cy="45534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4052430-93A5-348A-3A67-81FEA239DB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060196"/>
            <a:ext cx="4778829" cy="179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95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8983A-E5AD-6213-B52B-BF8ACDDC4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0DBD3-D900-4D64-8ADC-DF91A3A6D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Git</a:t>
            </a:r>
            <a:r>
              <a:rPr lang="zh-CN" altLang="en-US" dirty="0"/>
              <a:t>工作流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48DD97-FE72-13C0-C9F0-99775C7DF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1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需要要求</a:t>
            </a:r>
            <a:r>
              <a:rPr lang="en-US" altLang="zh-CN" sz="2000" dirty="0"/>
              <a:t>agent</a:t>
            </a:r>
            <a:r>
              <a:rPr lang="zh-CN" altLang="en-US" sz="2000" dirty="0"/>
              <a:t>把我的修改</a:t>
            </a:r>
            <a:r>
              <a:rPr lang="en-US" altLang="zh-CN" sz="2000" dirty="0"/>
              <a:t>commit</a:t>
            </a:r>
            <a:r>
              <a:rPr lang="zh-CN" altLang="en-US" sz="2000" dirty="0"/>
              <a:t>并</a:t>
            </a:r>
            <a:r>
              <a:rPr lang="en-US" altLang="zh-CN" sz="2000" dirty="0"/>
              <a:t>push</a:t>
            </a:r>
            <a:r>
              <a:rPr lang="zh-CN" altLang="en-US" sz="2000" dirty="0"/>
              <a:t>到</a:t>
            </a:r>
            <a:r>
              <a:rPr lang="en-US" altLang="zh-CN" sz="2000" dirty="0"/>
              <a:t>Github repo</a:t>
            </a:r>
            <a:r>
              <a:rPr lang="zh-CN" altLang="en-US" sz="2000" dirty="0"/>
              <a:t>相应文件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B13932-4020-D7A1-EDA8-6A1FF2A6B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2378606"/>
            <a:ext cx="4735286" cy="60644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09658B2-D705-B320-493D-8360642E82FF}"/>
              </a:ext>
            </a:extLst>
          </p:cNvPr>
          <p:cNvSpPr txBox="1"/>
          <p:nvPr/>
        </p:nvSpPr>
        <p:spPr>
          <a:xfrm>
            <a:off x="842694" y="3246504"/>
            <a:ext cx="4982438" cy="3265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然后</a:t>
            </a:r>
            <a:r>
              <a:rPr lang="en-US" altLang="zh-CN" sz="2000" dirty="0"/>
              <a:t>repo</a:t>
            </a:r>
            <a:r>
              <a:rPr lang="zh-CN" altLang="en-US" sz="2000" dirty="0"/>
              <a:t>中才会显示最新版本的</a:t>
            </a:r>
            <a:r>
              <a:rPr lang="en-US" altLang="zh-CN" sz="2000" dirty="0"/>
              <a:t>README</a:t>
            </a:r>
            <a:r>
              <a:rPr lang="zh-CN" altLang="en-US" sz="2000" dirty="0"/>
              <a:t>，抬头会显示最新</a:t>
            </a:r>
            <a:r>
              <a:rPr lang="en-US" altLang="zh-CN" sz="2000" dirty="0"/>
              <a:t>commit</a:t>
            </a:r>
            <a:r>
              <a:rPr lang="zh-CN" altLang="en-US" sz="2000" dirty="0"/>
              <a:t>及发生时间、该</a:t>
            </a:r>
            <a:r>
              <a:rPr lang="en-US" altLang="zh-CN" sz="2000" dirty="0"/>
              <a:t>repo</a:t>
            </a:r>
            <a:r>
              <a:rPr lang="zh-CN" altLang="en-US" sz="2000" dirty="0"/>
              <a:t>总共发生过多少次</a:t>
            </a:r>
            <a:r>
              <a:rPr lang="en-US" altLang="zh-CN" sz="2000" dirty="0"/>
              <a:t>commit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同时</a:t>
            </a:r>
            <a:r>
              <a:rPr lang="en-US" altLang="zh-CN" sz="2000" dirty="0"/>
              <a:t>README</a:t>
            </a:r>
            <a:r>
              <a:rPr lang="zh-CN" altLang="en-US" sz="2000" dirty="0"/>
              <a:t>文件条会显示该文件的最新修改时间，还会显示自动生成的</a:t>
            </a:r>
            <a:r>
              <a:rPr lang="en-US" altLang="zh-CN" sz="2000" dirty="0"/>
              <a:t>commit</a:t>
            </a:r>
            <a:r>
              <a:rPr lang="zh-CN" altLang="en-US" sz="2000" dirty="0"/>
              <a:t>信息，也可以在对话中自定义</a:t>
            </a:r>
            <a:r>
              <a:rPr lang="en-US" altLang="zh-CN" sz="2000" dirty="0"/>
              <a:t>commit</a:t>
            </a:r>
            <a:r>
              <a:rPr lang="zh-CN" altLang="en-US" sz="2000" dirty="0"/>
              <a:t>信息</a:t>
            </a:r>
            <a:endParaRPr lang="en-US" altLang="zh-CN" sz="2000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D199D3D-4371-3CD4-89BF-9F316D235987}"/>
              </a:ext>
            </a:extLst>
          </p:cNvPr>
          <p:cNvGrpSpPr/>
          <p:nvPr/>
        </p:nvGrpSpPr>
        <p:grpSpPr>
          <a:xfrm>
            <a:off x="5748748" y="2673531"/>
            <a:ext cx="6443252" cy="4184470"/>
            <a:chOff x="5748748" y="2673531"/>
            <a:chExt cx="6443252" cy="4184470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52347F7A-3FEC-CCC3-6D21-9EF0246758CF}"/>
                </a:ext>
              </a:extLst>
            </p:cNvPr>
            <p:cNvGrpSpPr/>
            <p:nvPr/>
          </p:nvGrpSpPr>
          <p:grpSpPr>
            <a:xfrm>
              <a:off x="5748748" y="2673531"/>
              <a:ext cx="6443252" cy="4184470"/>
              <a:chOff x="5947954" y="2802901"/>
              <a:chExt cx="6244046" cy="4055099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B2970FB9-8BE4-F95F-F1F7-8FF4E86E64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47954" y="2802901"/>
                <a:ext cx="6244046" cy="4055099"/>
              </a:xfrm>
              <a:prstGeom prst="rect">
                <a:avLst/>
              </a:prstGeom>
            </p:spPr>
          </p:pic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E9FB7F5-FE59-EBB4-0E90-6D50235BC9AE}"/>
                  </a:ext>
                </a:extLst>
              </p:cNvPr>
              <p:cNvSpPr/>
              <p:nvPr/>
            </p:nvSpPr>
            <p:spPr>
              <a:xfrm>
                <a:off x="6095999" y="4615739"/>
                <a:ext cx="6017623" cy="234935"/>
              </a:xfrm>
              <a:prstGeom prst="rect">
                <a:avLst/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772E7244-C501-505E-12FB-E62AA8953C92}"/>
                  </a:ext>
                </a:extLst>
              </p:cNvPr>
              <p:cNvCxnSpPr>
                <a:stCxn id="11" idx="2"/>
              </p:cNvCxnSpPr>
              <p:nvPr/>
            </p:nvCxnSpPr>
            <p:spPr>
              <a:xfrm flipH="1">
                <a:off x="7593874" y="4850674"/>
                <a:ext cx="1510937" cy="592183"/>
              </a:xfrm>
              <a:prstGeom prst="straightConnector1">
                <a:avLst/>
              </a:prstGeom>
              <a:ln w="38100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3132AEA-688E-418A-8FE0-B15E0D83A7BF}"/>
                </a:ext>
              </a:extLst>
            </p:cNvPr>
            <p:cNvSpPr/>
            <p:nvPr/>
          </p:nvSpPr>
          <p:spPr>
            <a:xfrm>
              <a:off x="5865571" y="3596096"/>
              <a:ext cx="6209605" cy="343279"/>
            </a:xfrm>
            <a:prstGeom prst="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5798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24F98-A34F-C9CA-8DC4-19E853BC8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547F5-5871-E5FC-A5B1-8F573FB49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Git</a:t>
            </a:r>
            <a:r>
              <a:rPr lang="zh-CN" altLang="en-US" dirty="0"/>
              <a:t>工作流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27EF7-E309-9AA9-53E5-9FBAEBC5F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1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这样的工作流对我有什么好处？如果</a:t>
            </a:r>
            <a:r>
              <a:rPr lang="en-US" altLang="zh-CN" sz="2000" dirty="0"/>
              <a:t>AI</a:t>
            </a:r>
            <a:r>
              <a:rPr lang="zh-CN" altLang="en-US" sz="2000" dirty="0"/>
              <a:t>把我电脑上的本地文件改坏了，至少我在</a:t>
            </a:r>
            <a:r>
              <a:rPr lang="en-US" altLang="zh-CN" sz="2000" dirty="0"/>
              <a:t>Github</a:t>
            </a:r>
            <a:r>
              <a:rPr lang="zh-CN" altLang="en-US" sz="2000" dirty="0"/>
              <a:t>上还有一个云备份，可以恢复到本地。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现在有一个人叫小方，她对我的</a:t>
            </a:r>
            <a:r>
              <a:rPr lang="en-US" altLang="zh-CN" sz="2000" dirty="0"/>
              <a:t>repo</a:t>
            </a:r>
            <a:r>
              <a:rPr lang="zh-CN" altLang="en-US" sz="2000" dirty="0"/>
              <a:t>很感兴趣，想和我协作更新这个</a:t>
            </a:r>
            <a:r>
              <a:rPr lang="en-US" altLang="zh-CN" sz="2000" dirty="0"/>
              <a:t>repo</a:t>
            </a:r>
            <a:r>
              <a:rPr lang="zh-CN" altLang="en-US" sz="2000" dirty="0"/>
              <a:t>，此时小方可以对</a:t>
            </a:r>
            <a:r>
              <a:rPr lang="en-US" altLang="zh-CN" sz="2000" dirty="0"/>
              <a:t>agent</a:t>
            </a:r>
            <a:r>
              <a:rPr lang="zh-CN" altLang="en-US" sz="2000" dirty="0"/>
              <a:t>说：“</a:t>
            </a:r>
            <a:r>
              <a:rPr lang="zh-CN" altLang="en-US" sz="2000" dirty="0">
                <a:highlight>
                  <a:srgbClr val="FFFF00"/>
                </a:highlight>
              </a:rPr>
              <a:t>把</a:t>
            </a:r>
            <a:r>
              <a:rPr lang="en-US" altLang="zh-CN" sz="2000" i="1" dirty="0">
                <a:highlight>
                  <a:srgbClr val="FFFF00"/>
                </a:highlight>
              </a:rPr>
              <a:t>github.com/</a:t>
            </a:r>
            <a:r>
              <a:rPr lang="en-US" altLang="zh-CN" sz="2000" i="1" dirty="0" err="1">
                <a:highlight>
                  <a:srgbClr val="FFFF00"/>
                </a:highlight>
              </a:rPr>
              <a:t>shortyZhou</a:t>
            </a:r>
            <a:r>
              <a:rPr lang="en-US" altLang="zh-CN" sz="2000" i="1" dirty="0">
                <a:highlight>
                  <a:srgbClr val="FFFF00"/>
                </a:highlight>
              </a:rPr>
              <a:t>/Hermes</a:t>
            </a:r>
            <a:r>
              <a:rPr lang="en-US" altLang="zh-CN" sz="2000" dirty="0">
                <a:highlight>
                  <a:srgbClr val="FFFF00"/>
                </a:highlight>
              </a:rPr>
              <a:t> fork</a:t>
            </a:r>
            <a:r>
              <a:rPr lang="zh-CN" altLang="en-US" sz="2000" dirty="0">
                <a:highlight>
                  <a:srgbClr val="FFFF00"/>
                </a:highlight>
              </a:rPr>
              <a:t>到我的</a:t>
            </a:r>
            <a:r>
              <a:rPr lang="en-US" altLang="zh-CN" sz="2000" dirty="0">
                <a:highlight>
                  <a:srgbClr val="FFFF00"/>
                </a:highlight>
              </a:rPr>
              <a:t>Github</a:t>
            </a:r>
            <a:r>
              <a:rPr lang="zh-CN" altLang="en-US" sz="2000" dirty="0"/>
              <a:t>”。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这个</a:t>
            </a:r>
            <a:r>
              <a:rPr lang="en-US" altLang="zh-CN" sz="2000" dirty="0"/>
              <a:t>repo</a:t>
            </a:r>
            <a:r>
              <a:rPr lang="zh-CN" altLang="en-US" sz="2000" dirty="0"/>
              <a:t>出现在了小方的</a:t>
            </a:r>
            <a:r>
              <a:rPr lang="en-US" altLang="zh-CN" sz="2000" dirty="0"/>
              <a:t>Github</a:t>
            </a:r>
            <a:r>
              <a:rPr lang="zh-CN" altLang="en-US" sz="2000" dirty="0"/>
              <a:t>里</a:t>
            </a:r>
            <a:r>
              <a:rPr lang="en-US" altLang="zh-CN" sz="2000" i="1" dirty="0"/>
              <a:t>github.com/</a:t>
            </a:r>
            <a:r>
              <a:rPr lang="zh-CN" altLang="en-US" sz="2000" i="1" dirty="0"/>
              <a:t>小方</a:t>
            </a:r>
            <a:r>
              <a:rPr lang="en-US" altLang="zh-CN" sz="2000" i="1" dirty="0"/>
              <a:t>/Hermes</a:t>
            </a:r>
            <a:r>
              <a:rPr lang="zh-CN" altLang="en-US" sz="2000" dirty="0"/>
              <a:t>，但是小方的本地还没有，此时她可以对</a:t>
            </a:r>
            <a:r>
              <a:rPr lang="en-US" altLang="zh-CN" sz="2000" dirty="0"/>
              <a:t>agent</a:t>
            </a:r>
            <a:r>
              <a:rPr lang="zh-CN" altLang="en-US" sz="2000" dirty="0"/>
              <a:t>说：“</a:t>
            </a:r>
            <a:r>
              <a:rPr lang="zh-CN" altLang="en-US" sz="2000" dirty="0">
                <a:highlight>
                  <a:srgbClr val="FFFF00"/>
                </a:highlight>
              </a:rPr>
              <a:t>把</a:t>
            </a:r>
            <a:r>
              <a:rPr lang="en-US" altLang="zh-CN" sz="2000" i="1" dirty="0">
                <a:highlight>
                  <a:srgbClr val="FFFF00"/>
                </a:highlight>
              </a:rPr>
              <a:t>github.com/</a:t>
            </a:r>
            <a:r>
              <a:rPr lang="zh-CN" altLang="en-US" sz="2000" i="1" dirty="0">
                <a:highlight>
                  <a:srgbClr val="FFFF00"/>
                </a:highlight>
              </a:rPr>
              <a:t>小方</a:t>
            </a:r>
            <a:r>
              <a:rPr lang="en-US" altLang="zh-CN" sz="2000" i="1" dirty="0">
                <a:highlight>
                  <a:srgbClr val="FFFF00"/>
                </a:highlight>
              </a:rPr>
              <a:t>/Hermes </a:t>
            </a:r>
            <a:r>
              <a:rPr lang="en-US" altLang="zh-CN" sz="2000" dirty="0">
                <a:highlight>
                  <a:srgbClr val="FFFF00"/>
                </a:highlight>
              </a:rPr>
              <a:t>initialize</a:t>
            </a:r>
            <a:r>
              <a:rPr lang="zh-CN" altLang="en-US" sz="2000" dirty="0">
                <a:highlight>
                  <a:srgbClr val="FFFF00"/>
                </a:highlight>
              </a:rPr>
              <a:t>到本地文件夹</a:t>
            </a:r>
            <a:r>
              <a:rPr lang="en-US" altLang="zh-CN" sz="2000" i="1" dirty="0">
                <a:highlight>
                  <a:srgbClr val="FFFF00"/>
                </a:highlight>
              </a:rPr>
              <a:t>X:\XXX\XXX</a:t>
            </a:r>
            <a:r>
              <a:rPr lang="zh-CN" altLang="en-US" sz="2000" dirty="0"/>
              <a:t>”。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然后在小方的电脑上，在</a:t>
            </a:r>
            <a:r>
              <a:rPr lang="en-US" altLang="zh-CN" sz="2000" i="1" dirty="0"/>
              <a:t>X:\XXX\XXX</a:t>
            </a:r>
            <a:r>
              <a:rPr lang="zh-CN" altLang="en-US" sz="2000" dirty="0"/>
              <a:t>位置，就出现了一个名叫</a:t>
            </a:r>
            <a:r>
              <a:rPr lang="en-US" altLang="zh-CN" sz="2000" i="1" dirty="0"/>
              <a:t>Hermes</a:t>
            </a:r>
            <a:r>
              <a:rPr lang="zh-CN" altLang="en-US" sz="2000" dirty="0"/>
              <a:t>的文件夹，里面有</a:t>
            </a:r>
            <a:r>
              <a:rPr lang="en-US" altLang="zh-CN" sz="2000" dirty="0"/>
              <a:t>3</a:t>
            </a:r>
            <a:r>
              <a:rPr lang="zh-CN" altLang="en-US" sz="2000" dirty="0"/>
              <a:t>个文件。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418558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4B56C-2BE8-B4A9-4149-B95CE202B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27940-F6DF-D164-ED82-3BBF885C5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Git</a:t>
            </a:r>
            <a:r>
              <a:rPr lang="zh-CN" altLang="en-US" dirty="0"/>
              <a:t>工作流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F1196C-FFCC-7227-ECB0-89BA0A617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1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小方对我的</a:t>
            </a:r>
            <a:r>
              <a:rPr lang="en-US" altLang="zh-CN" sz="2000" dirty="0"/>
              <a:t>README.md</a:t>
            </a:r>
            <a:r>
              <a:rPr lang="zh-CN" altLang="en-US" sz="2000" dirty="0"/>
              <a:t>不满意，她在自己的电脑本地修改了</a:t>
            </a:r>
            <a:r>
              <a:rPr lang="en-US" altLang="zh-CN" sz="2000" dirty="0"/>
              <a:t>README</a:t>
            </a:r>
            <a:r>
              <a:rPr lang="zh-CN" altLang="en-US" sz="2000" dirty="0"/>
              <a:t>，</a:t>
            </a:r>
            <a:r>
              <a:rPr lang="en-US" altLang="zh-CN" sz="2000" dirty="0"/>
              <a:t>commit</a:t>
            </a:r>
            <a:r>
              <a:rPr lang="zh-CN" altLang="en-US" sz="2000" dirty="0"/>
              <a:t>并</a:t>
            </a:r>
            <a:r>
              <a:rPr lang="en-US" altLang="zh-CN" sz="2000" dirty="0"/>
              <a:t>push</a:t>
            </a:r>
            <a:r>
              <a:rPr lang="zh-CN" altLang="en-US" sz="2000" dirty="0"/>
              <a:t>到了自己的</a:t>
            </a:r>
            <a:r>
              <a:rPr lang="en-US" altLang="zh-CN" sz="2000" dirty="0"/>
              <a:t>Github repo</a:t>
            </a:r>
            <a:r>
              <a:rPr lang="zh-CN" altLang="en-US" sz="2000" dirty="0"/>
              <a:t>，但我的</a:t>
            </a:r>
            <a:r>
              <a:rPr lang="en-US" altLang="zh-CN" sz="2000" dirty="0"/>
              <a:t>Github repo</a:t>
            </a:r>
            <a:r>
              <a:rPr lang="zh-CN" altLang="en-US" sz="2000" dirty="0"/>
              <a:t>中的</a:t>
            </a:r>
            <a:r>
              <a:rPr lang="en-US" altLang="zh-CN" sz="2000" dirty="0"/>
              <a:t>README</a:t>
            </a:r>
            <a:r>
              <a:rPr lang="zh-CN" altLang="en-US" sz="2000" dirty="0"/>
              <a:t>还是老样子，她希望我的</a:t>
            </a:r>
            <a:r>
              <a:rPr lang="en-US" altLang="zh-CN" sz="2000" dirty="0"/>
              <a:t>README</a:t>
            </a:r>
            <a:r>
              <a:rPr lang="zh-CN" altLang="en-US" sz="2000" dirty="0"/>
              <a:t>也能用她修改过的版本，此时她可以对</a:t>
            </a:r>
            <a:r>
              <a:rPr lang="en-US" altLang="zh-CN" sz="2000" dirty="0"/>
              <a:t>agent</a:t>
            </a:r>
            <a:r>
              <a:rPr lang="zh-CN" altLang="en-US" sz="2000" dirty="0"/>
              <a:t>说：“</a:t>
            </a:r>
            <a:r>
              <a:rPr lang="zh-CN" altLang="en-US" sz="2000" dirty="0">
                <a:highlight>
                  <a:srgbClr val="FFFF00"/>
                </a:highlight>
              </a:rPr>
              <a:t>把</a:t>
            </a:r>
            <a:r>
              <a:rPr lang="en-US" altLang="zh-CN" sz="2000" i="1" dirty="0">
                <a:highlight>
                  <a:srgbClr val="FFFF00"/>
                </a:highlight>
              </a:rPr>
              <a:t>github.com/</a:t>
            </a:r>
            <a:r>
              <a:rPr lang="zh-CN" altLang="en-US" sz="2000" i="1" dirty="0">
                <a:highlight>
                  <a:srgbClr val="FFFF00"/>
                </a:highlight>
              </a:rPr>
              <a:t>小方</a:t>
            </a:r>
            <a:r>
              <a:rPr lang="en-US" altLang="zh-CN" sz="2000" i="1" dirty="0">
                <a:highlight>
                  <a:srgbClr val="FFFF00"/>
                </a:highlight>
              </a:rPr>
              <a:t>/Hermes </a:t>
            </a:r>
            <a:r>
              <a:rPr lang="zh-CN" altLang="en-US" sz="2000" dirty="0">
                <a:highlight>
                  <a:srgbClr val="FFFF00"/>
                </a:highlight>
              </a:rPr>
              <a:t>提交</a:t>
            </a:r>
            <a:r>
              <a:rPr lang="en-US" altLang="zh-CN" sz="2000" dirty="0">
                <a:highlight>
                  <a:srgbClr val="FFFF00"/>
                </a:highlight>
              </a:rPr>
              <a:t>pull request</a:t>
            </a:r>
            <a:r>
              <a:rPr lang="zh-CN" altLang="en-US" sz="2000" dirty="0">
                <a:highlight>
                  <a:srgbClr val="FFFF00"/>
                </a:highlight>
              </a:rPr>
              <a:t>到</a:t>
            </a:r>
            <a:r>
              <a:rPr lang="en-US" altLang="zh-CN" sz="2000" i="1" dirty="0">
                <a:highlight>
                  <a:srgbClr val="FFFF00"/>
                </a:highlight>
              </a:rPr>
              <a:t>github.com/</a:t>
            </a:r>
            <a:r>
              <a:rPr lang="en-US" altLang="zh-CN" sz="2000" i="1" dirty="0" err="1">
                <a:highlight>
                  <a:srgbClr val="FFFF00"/>
                </a:highlight>
              </a:rPr>
              <a:t>shortyZhou</a:t>
            </a:r>
            <a:r>
              <a:rPr lang="en-US" altLang="zh-CN" sz="2000" i="1" dirty="0">
                <a:highlight>
                  <a:srgbClr val="FFFF00"/>
                </a:highlight>
              </a:rPr>
              <a:t>/Hermes</a:t>
            </a:r>
            <a:r>
              <a:rPr lang="zh-CN" altLang="en-US" sz="2000" dirty="0"/>
              <a:t>”，这样我就会收到一个来自小方的</a:t>
            </a:r>
            <a:r>
              <a:rPr lang="en-US" altLang="zh-CN" sz="2000" dirty="0"/>
              <a:t>pull request</a:t>
            </a:r>
            <a:r>
              <a:rPr lang="zh-CN" altLang="en-US" sz="2000" dirty="0"/>
              <a:t>，其中自动高亮出了对</a:t>
            </a:r>
            <a:r>
              <a:rPr lang="en-US" altLang="zh-CN" sz="2000" dirty="0"/>
              <a:t>README</a:t>
            </a:r>
            <a:r>
              <a:rPr lang="zh-CN" altLang="en-US" sz="2000" dirty="0"/>
              <a:t>的修改，我接受了这个</a:t>
            </a:r>
            <a:r>
              <a:rPr lang="en-US" altLang="zh-CN" sz="2000" dirty="0"/>
              <a:t>pull request</a:t>
            </a:r>
            <a:r>
              <a:rPr lang="zh-CN" altLang="en-US" sz="2000" dirty="0"/>
              <a:t>，我的</a:t>
            </a:r>
            <a:r>
              <a:rPr lang="en-US" altLang="zh-CN" sz="2000" dirty="0"/>
              <a:t>README</a:t>
            </a:r>
            <a:r>
              <a:rPr lang="zh-CN" altLang="en-US" sz="2000" dirty="0"/>
              <a:t>变成了她修改过的版本。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此时在</a:t>
            </a:r>
            <a:r>
              <a:rPr lang="en-US" altLang="zh-CN" sz="2000" dirty="0"/>
              <a:t>Github repo</a:t>
            </a:r>
            <a:r>
              <a:rPr lang="zh-CN" altLang="en-US" sz="2000" dirty="0"/>
              <a:t>中我的</a:t>
            </a:r>
            <a:r>
              <a:rPr lang="en-US" altLang="zh-CN" sz="2000" dirty="0"/>
              <a:t>README</a:t>
            </a:r>
            <a:r>
              <a:rPr lang="zh-CN" altLang="en-US" sz="2000" dirty="0"/>
              <a:t>是小方修改过的版本，但在我的电脑本地还是原来的旧版本，此时我可以对</a:t>
            </a:r>
            <a:r>
              <a:rPr lang="en-US" altLang="zh-CN" sz="2000" dirty="0"/>
              <a:t>agent</a:t>
            </a:r>
            <a:r>
              <a:rPr lang="zh-CN" altLang="en-US" sz="2000" dirty="0"/>
              <a:t>说：“</a:t>
            </a:r>
            <a:r>
              <a:rPr lang="en-US" altLang="zh-CN" sz="2000" dirty="0">
                <a:highlight>
                  <a:srgbClr val="FFFF00"/>
                </a:highlight>
              </a:rPr>
              <a:t>pull </a:t>
            </a:r>
            <a:r>
              <a:rPr lang="en-US" altLang="zh-CN" sz="2000" i="1" dirty="0">
                <a:highlight>
                  <a:srgbClr val="FFFF00"/>
                </a:highlight>
              </a:rPr>
              <a:t>github.com/</a:t>
            </a:r>
            <a:r>
              <a:rPr lang="en-US" altLang="zh-CN" sz="2000" i="1" dirty="0" err="1">
                <a:highlight>
                  <a:srgbClr val="FFFF00"/>
                </a:highlight>
              </a:rPr>
              <a:t>shortyZhou</a:t>
            </a:r>
            <a:r>
              <a:rPr lang="en-US" altLang="zh-CN" sz="2000" i="1" dirty="0">
                <a:highlight>
                  <a:srgbClr val="FFFF00"/>
                </a:highlight>
              </a:rPr>
              <a:t>/Hermes </a:t>
            </a:r>
            <a:r>
              <a:rPr lang="zh-CN" altLang="en-US" sz="2000" dirty="0">
                <a:highlight>
                  <a:srgbClr val="FFFF00"/>
                </a:highlight>
              </a:rPr>
              <a:t>的最新版本到我本地的</a:t>
            </a:r>
            <a:r>
              <a:rPr lang="en-US" altLang="zh-CN" sz="2000" i="1" dirty="0">
                <a:highlight>
                  <a:srgbClr val="FFFF00"/>
                </a:highlight>
              </a:rPr>
              <a:t>Hermes</a:t>
            </a:r>
            <a:r>
              <a:rPr lang="zh-CN" altLang="en-US" sz="2000" dirty="0">
                <a:highlight>
                  <a:srgbClr val="FFFF00"/>
                </a:highlight>
              </a:rPr>
              <a:t>文件夹</a:t>
            </a:r>
            <a:r>
              <a:rPr lang="zh-CN" altLang="en-US" sz="2000" dirty="0"/>
              <a:t>”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415454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B326-2945-1A00-3B43-D43CAAC26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A7F4B-2D33-9142-D714-61A57A8C7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</a:t>
            </a:r>
            <a:r>
              <a:rPr lang="zh-CN" altLang="en-US" dirty="0"/>
              <a:t>作业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7E9862-D076-CAE5-C6D7-413811C68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71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000" dirty="0"/>
              <a:t>如果你看到了这里，请</a:t>
            </a:r>
            <a:r>
              <a:rPr lang="en-US" altLang="zh-CN" sz="2000" dirty="0"/>
              <a:t>fork </a:t>
            </a:r>
            <a:r>
              <a:rPr lang="en-US" altLang="zh-CN" sz="2000" i="1" dirty="0"/>
              <a:t>github.com/</a:t>
            </a:r>
            <a:r>
              <a:rPr lang="en-US" altLang="zh-CN" sz="2000" i="1" dirty="0" err="1"/>
              <a:t>shortyZhou</a:t>
            </a:r>
            <a:r>
              <a:rPr lang="en-US" altLang="zh-CN" sz="2000" i="1" dirty="0"/>
              <a:t>/Hermes</a:t>
            </a:r>
            <a:r>
              <a:rPr lang="en-US" altLang="zh-CN" sz="2000" dirty="0"/>
              <a:t> </a:t>
            </a:r>
            <a:r>
              <a:rPr lang="zh-CN" altLang="en-US" sz="2000" dirty="0"/>
              <a:t>到你自己的</a:t>
            </a:r>
            <a:r>
              <a:rPr lang="en-US" altLang="zh-CN" sz="2000" dirty="0"/>
              <a:t>Github</a:t>
            </a:r>
            <a:r>
              <a:rPr lang="zh-CN" altLang="en-US" sz="2000" dirty="0"/>
              <a:t>，并</a:t>
            </a:r>
            <a:r>
              <a:rPr lang="en-US" altLang="zh-CN" sz="2000" dirty="0"/>
              <a:t>initialize</a:t>
            </a:r>
            <a:r>
              <a:rPr lang="zh-CN" altLang="en-US" sz="2000" dirty="0"/>
              <a:t>到你自己的电脑本地（指定某个地址下），然后修改本地</a:t>
            </a:r>
            <a:r>
              <a:rPr lang="en-US" altLang="zh-CN" sz="2000" dirty="0"/>
              <a:t>README</a:t>
            </a:r>
            <a:r>
              <a:rPr lang="zh-CN" altLang="en-US" sz="2000" dirty="0"/>
              <a:t>在最后加上你的</a:t>
            </a:r>
            <a:r>
              <a:rPr lang="en-US" altLang="zh-CN" sz="2000" dirty="0"/>
              <a:t>Github</a:t>
            </a:r>
            <a:r>
              <a:rPr lang="zh-CN" altLang="en-US" sz="2000" dirty="0"/>
              <a:t>账户名，</a:t>
            </a:r>
            <a:r>
              <a:rPr lang="en-US" altLang="zh-CN" sz="2000" dirty="0"/>
              <a:t>commit</a:t>
            </a:r>
            <a:r>
              <a:rPr lang="zh-CN" altLang="en-US" sz="2000" dirty="0"/>
              <a:t>修改到你自己的</a:t>
            </a:r>
            <a:r>
              <a:rPr lang="en-US" altLang="zh-CN" sz="2000" dirty="0"/>
              <a:t>Github repo</a:t>
            </a:r>
            <a:r>
              <a:rPr lang="zh-CN" altLang="en-US" sz="2000" dirty="0"/>
              <a:t>，并向我提交</a:t>
            </a:r>
            <a:r>
              <a:rPr lang="en-US" altLang="zh-CN" sz="2000" dirty="0"/>
              <a:t>pull request</a:t>
            </a:r>
          </a:p>
        </p:txBody>
      </p:sp>
    </p:spTree>
    <p:extLst>
      <p:ext uri="{BB962C8B-B14F-4D97-AF65-F5344CB8AC3E}">
        <p14:creationId xmlns:p14="http://schemas.microsoft.com/office/powerpoint/2010/main" val="3552756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标准中英文字体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1195</Words>
  <Application>Microsoft Office PowerPoint</Application>
  <PresentationFormat>宽屏</PresentationFormat>
  <Paragraphs>67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主题​​</vt:lpstr>
      <vt:lpstr>Git工作流</vt:lpstr>
      <vt:lpstr>1. 下载Github CLI</vt:lpstr>
      <vt:lpstr>2. 登录/注册Github个人账户</vt:lpstr>
      <vt:lpstr>3. Git工作流</vt:lpstr>
      <vt:lpstr>3. Git工作流</vt:lpstr>
      <vt:lpstr>3. Git工作流</vt:lpstr>
      <vt:lpstr>3. Git工作流</vt:lpstr>
      <vt:lpstr>3. Git工作流</vt:lpstr>
      <vt:lpstr>3. Git工作流</vt:lpstr>
      <vt:lpstr>4. 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天怡 周</dc:creator>
  <cp:lastModifiedBy>天怡 周</cp:lastModifiedBy>
  <cp:revision>124</cp:revision>
  <dcterms:created xsi:type="dcterms:W3CDTF">2026-08-26T14:56:02Z</dcterms:created>
  <dcterms:modified xsi:type="dcterms:W3CDTF">2026-09-10T01:41:18Z</dcterms:modified>
</cp:coreProperties>
</file>